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8" d="100"/>
          <a:sy n="78" d="100"/>
        </p:scale>
        <p:origin x="850" y="77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5504FF5-40C6-4C8C-9713-7495D7731B95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105ADCB-9BB0-4C11-8CE1-EC659AD7303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D57D91-3898-4E9B-99E9-DCC24070C903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105ADCB-9BB0-4C11-8CE1-EC659AD7303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FBCDD3D-AC50-4F44-8FB6-2422CCF1679A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105ADCB-9BB0-4C11-8CE1-EC659AD7303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92AE982-9BCB-455A-BC8B-2BAA725A922A}" type="datetime1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105ADCB-9BB0-4C11-8CE1-EC659AD7303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63897DF-A23E-431C-BA4A-E07FFF22CE65}" type="datetime1">
              <a:rPr lang="ru-RU"/>
              <a:t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105ADCB-9BB0-4C11-8CE1-EC659AD7303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89F1B74-C818-4E49-836A-181F84A4821B}" type="datetime1">
              <a:rPr lang="ru-RU"/>
              <a:t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105ADCB-9BB0-4C11-8CE1-EC659AD7303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C7E7E6-7D3C-40E1-80B4-ACA88EEBFC91}" type="datetime1">
              <a:rPr lang="ru-RU"/>
              <a:t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105ADCB-9BB0-4C11-8CE1-EC659AD7303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F0DA7FA-DD6C-49A4-9709-0D6DF666C9E7}" type="datetime1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105ADCB-9BB0-4C11-8CE1-EC659AD7303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183FE1-1C7F-4DC6-8E21-263843637255}" type="datetime1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105ADCB-9BB0-4C11-8CE1-EC659AD7303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F0432D5-316D-4D15-9547-747A157ED116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105ADCB-9BB0-4C11-8CE1-EC659AD7303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AD8BEB1-101B-4926-AC17-5E213DC1DB09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105ADCB-9BB0-4C11-8CE1-EC659AD7303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96A5B72-BFD0-4B53-8BEA-C39BE8465520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105ADCB-9BB0-4C11-8CE1-EC659AD7303D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781538" y="2090038"/>
            <a:ext cx="2221474" cy="222147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cxnSp>
        <p:nvCxnSpPr>
          <p:cNvPr id="6" name="Прямая соединительная линия 5"/>
          <p:cNvCxnSpPr>
            <a:cxnSpLocks/>
            <a:endCxn id="7" idx="2"/>
          </p:cNvCxnSpPr>
          <p:nvPr/>
        </p:nvCxnSpPr>
        <p:spPr bwMode="auto">
          <a:xfrm flipH="1" flipV="1">
            <a:off x="3646649" y="1724766"/>
            <a:ext cx="1270305" cy="7118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 bwMode="auto">
          <a:xfrm>
            <a:off x="2633690" y="1355434"/>
            <a:ext cx="2025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Полное название</a:t>
            </a:r>
            <a:endParaRPr/>
          </a:p>
        </p:txBody>
      </p:sp>
      <p:cxnSp>
        <p:nvCxnSpPr>
          <p:cNvPr id="10" name="Прямая соединительная линия 9"/>
          <p:cNvCxnSpPr>
            <a:cxnSpLocks/>
          </p:cNvCxnSpPr>
          <p:nvPr/>
        </p:nvCxnSpPr>
        <p:spPr bwMode="auto">
          <a:xfrm flipH="1" flipV="1">
            <a:off x="3684977" y="2907463"/>
            <a:ext cx="1336010" cy="6242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 bwMode="auto">
          <a:xfrm>
            <a:off x="1018434" y="2538131"/>
            <a:ext cx="3504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Размер скидки от цены без карты</a:t>
            </a: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7775137" y="1355434"/>
            <a:ext cx="105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u="sng"/>
              <a:t>Qr-</a:t>
            </a:r>
            <a:r>
              <a:rPr lang="ru-RU" u="sng"/>
              <a:t>код</a:t>
            </a:r>
            <a:endParaRPr/>
          </a:p>
        </p:txBody>
      </p:sp>
      <p:cxnSp>
        <p:nvCxnSpPr>
          <p:cNvPr id="14" name="Прямая соединительная линия 13"/>
          <p:cNvCxnSpPr>
            <a:cxnSpLocks/>
            <a:endCxn id="12" idx="2"/>
          </p:cNvCxnSpPr>
          <p:nvPr/>
        </p:nvCxnSpPr>
        <p:spPr bwMode="auto">
          <a:xfrm flipV="1">
            <a:off x="6937394" y="1724766"/>
            <a:ext cx="1366124" cy="7118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 bwMode="auto">
          <a:xfrm>
            <a:off x="7825801" y="2411863"/>
            <a:ext cx="2650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Цена за ед. без карты</a:t>
            </a:r>
            <a:endParaRPr/>
          </a:p>
        </p:txBody>
      </p:sp>
      <p:cxnSp>
        <p:nvCxnSpPr>
          <p:cNvPr id="17" name="Прямая соединительная линия 16"/>
          <p:cNvCxnSpPr>
            <a:cxnSpLocks/>
            <a:endCxn id="15" idx="2"/>
          </p:cNvCxnSpPr>
          <p:nvPr/>
        </p:nvCxnSpPr>
        <p:spPr bwMode="auto">
          <a:xfrm flipV="1">
            <a:off x="6768288" y="2781195"/>
            <a:ext cx="2382572" cy="3424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cxnSpLocks/>
          </p:cNvCxnSpPr>
          <p:nvPr/>
        </p:nvCxnSpPr>
        <p:spPr bwMode="auto">
          <a:xfrm flipH="1">
            <a:off x="4221480" y="3931374"/>
            <a:ext cx="695476" cy="711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 bwMode="auto">
          <a:xfrm>
            <a:off x="3382231" y="3772584"/>
            <a:ext cx="1132344" cy="377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id_sku</a:t>
            </a:r>
            <a:endParaRPr lang="ru-RU" u="sng"/>
          </a:p>
        </p:txBody>
      </p:sp>
      <p:sp>
        <p:nvSpPr>
          <p:cNvPr id="23" name="TextBox 22"/>
          <p:cNvSpPr txBox="1"/>
          <p:nvPr/>
        </p:nvSpPr>
        <p:spPr bwMode="auto">
          <a:xfrm>
            <a:off x="1045812" y="5116420"/>
            <a:ext cx="3975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Полная дата и время печати ценника</a:t>
            </a:r>
            <a:endParaRPr/>
          </a:p>
        </p:txBody>
      </p:sp>
      <p:cxnSp>
        <p:nvCxnSpPr>
          <p:cNvPr id="25" name="Прямая соединительная линия 24"/>
          <p:cNvCxnSpPr>
            <a:cxnSpLocks/>
          </p:cNvCxnSpPr>
          <p:nvPr/>
        </p:nvCxnSpPr>
        <p:spPr bwMode="auto">
          <a:xfrm flipV="1">
            <a:off x="3684977" y="4133965"/>
            <a:ext cx="1231977" cy="10273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 bwMode="auto">
          <a:xfrm>
            <a:off x="7775136" y="3587917"/>
            <a:ext cx="2183279" cy="640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Цена по карте</a:t>
            </a:r>
            <a:endParaRPr/>
          </a:p>
          <a:p>
            <a:pPr>
              <a:defRPr/>
            </a:pPr>
            <a:endParaRPr lang="ru-RU" u="sng"/>
          </a:p>
        </p:txBody>
      </p:sp>
      <p:cxnSp>
        <p:nvCxnSpPr>
          <p:cNvPr id="28" name="Прямая соединительная линия 27"/>
          <p:cNvCxnSpPr>
            <a:cxnSpLocks/>
            <a:endCxn id="26" idx="1"/>
          </p:cNvCxnSpPr>
          <p:nvPr/>
        </p:nvCxnSpPr>
        <p:spPr bwMode="auto">
          <a:xfrm>
            <a:off x="6725920" y="3677920"/>
            <a:ext cx="1049217" cy="946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 bwMode="auto">
          <a:xfrm>
            <a:off x="7884159" y="4856480"/>
            <a:ext cx="244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Штрих-код (цифры)</a:t>
            </a:r>
            <a:endParaRPr/>
          </a:p>
        </p:txBody>
      </p:sp>
      <p:cxnSp>
        <p:nvCxnSpPr>
          <p:cNvPr id="31" name="Прямая соединительная линия 30"/>
          <p:cNvCxnSpPr>
            <a:cxnSpLocks/>
          </p:cNvCxnSpPr>
          <p:nvPr/>
        </p:nvCxnSpPr>
        <p:spPr bwMode="auto">
          <a:xfrm>
            <a:off x="6893560" y="4121493"/>
            <a:ext cx="1508759" cy="7349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Номер слайда 3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105ADCB-9BB0-4C11-8CE1-EC659AD7303D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105ADCB-9BB0-4C11-8CE1-EC659AD7303D}" type="slidenum">
              <a:rPr lang="ru-RU"/>
              <a:t>2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284134" y="2329142"/>
            <a:ext cx="2691450" cy="26914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TextBox 5"/>
          <p:cNvSpPr txBox="1"/>
          <p:nvPr/>
        </p:nvSpPr>
        <p:spPr bwMode="auto">
          <a:xfrm>
            <a:off x="2633690" y="1355434"/>
            <a:ext cx="2025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Полное название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561234" y="2504264"/>
            <a:ext cx="3504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Размер скидки от цены без карты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2633690" y="4145118"/>
            <a:ext cx="1132344" cy="377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id_sku</a:t>
            </a:r>
            <a:endParaRPr lang="ru-RU" u="sng"/>
          </a:p>
        </p:txBody>
      </p:sp>
      <p:sp>
        <p:nvSpPr>
          <p:cNvPr id="9" name="TextBox 8"/>
          <p:cNvSpPr txBox="1"/>
          <p:nvPr/>
        </p:nvSpPr>
        <p:spPr bwMode="auto">
          <a:xfrm>
            <a:off x="757946" y="5287022"/>
            <a:ext cx="3975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Полная дата и время печати ценника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7664024" y="5020593"/>
            <a:ext cx="244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Штрих-код (цифры)</a:t>
            </a: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7798921" y="3824898"/>
            <a:ext cx="2183279" cy="640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Цена по карте</a:t>
            </a:r>
            <a:endParaRPr/>
          </a:p>
          <a:p>
            <a:pPr>
              <a:defRPr/>
            </a:pPr>
            <a:endParaRPr lang="ru-RU" u="sng"/>
          </a:p>
        </p:txBody>
      </p:sp>
      <p:sp>
        <p:nvSpPr>
          <p:cNvPr id="12" name="TextBox 11"/>
          <p:cNvSpPr txBox="1"/>
          <p:nvPr/>
        </p:nvSpPr>
        <p:spPr bwMode="auto">
          <a:xfrm>
            <a:off x="7664024" y="2993273"/>
            <a:ext cx="2650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Цена за ед. без карты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7798921" y="1549334"/>
            <a:ext cx="105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u="sng"/>
              <a:t>Qr-</a:t>
            </a:r>
            <a:r>
              <a:rPr lang="ru-RU" u="sng"/>
              <a:t>код</a:t>
            </a:r>
            <a:endParaRPr/>
          </a:p>
        </p:txBody>
      </p:sp>
      <p:sp>
        <p:nvSpPr>
          <p:cNvPr id="14" name="TextBox 13"/>
          <p:cNvSpPr txBox="1"/>
          <p:nvPr/>
        </p:nvSpPr>
        <p:spPr bwMode="auto">
          <a:xfrm>
            <a:off x="1150594" y="4651261"/>
            <a:ext cx="2789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Код зоны выкладки</a:t>
            </a:r>
            <a:endParaRPr lang="ru-RU" u="sng"/>
          </a:p>
        </p:txBody>
      </p:sp>
      <p:cxnSp>
        <p:nvCxnSpPr>
          <p:cNvPr id="16" name="Прямая соединительная линия 15"/>
          <p:cNvCxnSpPr>
            <a:cxnSpLocks/>
          </p:cNvCxnSpPr>
          <p:nvPr/>
        </p:nvCxnSpPr>
        <p:spPr bwMode="auto">
          <a:xfrm>
            <a:off x="4284134" y="1734000"/>
            <a:ext cx="519779" cy="7555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cxnSpLocks/>
          </p:cNvCxnSpPr>
          <p:nvPr/>
        </p:nvCxnSpPr>
        <p:spPr bwMode="auto">
          <a:xfrm>
            <a:off x="2545254" y="2937910"/>
            <a:ext cx="2187867" cy="886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cxnSpLocks/>
          </p:cNvCxnSpPr>
          <p:nvPr/>
        </p:nvCxnSpPr>
        <p:spPr bwMode="auto">
          <a:xfrm>
            <a:off x="3460797" y="4333687"/>
            <a:ext cx="975736" cy="1885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cxnSpLocks/>
          </p:cNvCxnSpPr>
          <p:nvPr/>
        </p:nvCxnSpPr>
        <p:spPr bwMode="auto">
          <a:xfrm flipV="1">
            <a:off x="3384598" y="4715933"/>
            <a:ext cx="899536" cy="1870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cxnSpLocks/>
          </p:cNvCxnSpPr>
          <p:nvPr/>
        </p:nvCxnSpPr>
        <p:spPr bwMode="auto">
          <a:xfrm flipV="1">
            <a:off x="3199862" y="4835927"/>
            <a:ext cx="1604051" cy="512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cxnSpLocks/>
          </p:cNvCxnSpPr>
          <p:nvPr/>
        </p:nvCxnSpPr>
        <p:spPr bwMode="auto">
          <a:xfrm flipH="1" flipV="1">
            <a:off x="6870817" y="4788686"/>
            <a:ext cx="793207" cy="2493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cxnSpLocks/>
            <a:endCxn id="11" idx="1"/>
          </p:cNvCxnSpPr>
          <p:nvPr/>
        </p:nvCxnSpPr>
        <p:spPr bwMode="auto">
          <a:xfrm flipV="1">
            <a:off x="6612467" y="4145118"/>
            <a:ext cx="1186454" cy="1136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>
            <a:cxnSpLocks/>
            <a:endCxn id="12" idx="1"/>
          </p:cNvCxnSpPr>
          <p:nvPr/>
        </p:nvCxnSpPr>
        <p:spPr bwMode="auto">
          <a:xfrm flipV="1">
            <a:off x="6870817" y="3177939"/>
            <a:ext cx="793207" cy="3590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>
            <a:cxnSpLocks/>
          </p:cNvCxnSpPr>
          <p:nvPr/>
        </p:nvCxnSpPr>
        <p:spPr bwMode="auto">
          <a:xfrm flipV="1">
            <a:off x="6990649" y="1884664"/>
            <a:ext cx="1086551" cy="7689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cxnSpLocks/>
          </p:cNvCxnSpPr>
          <p:nvPr/>
        </p:nvCxnSpPr>
        <p:spPr bwMode="auto">
          <a:xfrm>
            <a:off x="5421562" y="4727407"/>
            <a:ext cx="257232" cy="8097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 bwMode="auto">
          <a:xfrm>
            <a:off x="4924118" y="5520413"/>
            <a:ext cx="2411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Тип выкладки</a:t>
            </a:r>
            <a:endParaRPr lang="ru-RU" u="sng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105ADCB-9BB0-4C11-8CE1-EC659AD7303D}" type="slidenum">
              <a:rPr lang="ru-RU"/>
              <a:t>3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301066" y="2183139"/>
            <a:ext cx="3104279" cy="29721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 bwMode="auto">
          <a:xfrm>
            <a:off x="2633690" y="1355434"/>
            <a:ext cx="2025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Полное название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796780" y="2817531"/>
            <a:ext cx="3504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Размер скидки от цены без карты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2366231" y="3982522"/>
            <a:ext cx="1132344" cy="377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id_sku</a:t>
            </a:r>
            <a:endParaRPr lang="ru-RU" u="sng"/>
          </a:p>
        </p:txBody>
      </p:sp>
      <p:sp>
        <p:nvSpPr>
          <p:cNvPr id="9" name="TextBox 8"/>
          <p:cNvSpPr txBox="1"/>
          <p:nvPr/>
        </p:nvSpPr>
        <p:spPr bwMode="auto">
          <a:xfrm>
            <a:off x="796780" y="5302750"/>
            <a:ext cx="3975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Полная дата и время печати ценника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7706357" y="4851259"/>
            <a:ext cx="244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Штрих-код (цифры)</a:t>
            </a: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7706357" y="3850871"/>
            <a:ext cx="2183279" cy="640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Цена по карте</a:t>
            </a:r>
            <a:endParaRPr/>
          </a:p>
          <a:p>
            <a:pPr>
              <a:defRPr/>
            </a:pPr>
            <a:endParaRPr lang="ru-RU" u="sng"/>
          </a:p>
        </p:txBody>
      </p:sp>
      <p:sp>
        <p:nvSpPr>
          <p:cNvPr id="12" name="TextBox 11"/>
          <p:cNvSpPr txBox="1"/>
          <p:nvPr/>
        </p:nvSpPr>
        <p:spPr bwMode="auto">
          <a:xfrm>
            <a:off x="7664024" y="2993273"/>
            <a:ext cx="2650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Цена за ед. без карты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7706357" y="1488182"/>
            <a:ext cx="105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u="sng"/>
              <a:t>Qr-</a:t>
            </a:r>
            <a:r>
              <a:rPr lang="ru-RU" u="sng"/>
              <a:t>код</a:t>
            </a:r>
            <a:endParaRPr/>
          </a:p>
        </p:txBody>
      </p:sp>
      <p:cxnSp>
        <p:nvCxnSpPr>
          <p:cNvPr id="15" name="Прямая соединительная линия 14"/>
          <p:cNvCxnSpPr>
            <a:cxnSpLocks/>
          </p:cNvCxnSpPr>
          <p:nvPr/>
        </p:nvCxnSpPr>
        <p:spPr bwMode="auto">
          <a:xfrm flipV="1">
            <a:off x="7052732" y="1857514"/>
            <a:ext cx="897467" cy="6401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cxnSpLocks/>
          </p:cNvCxnSpPr>
          <p:nvPr/>
        </p:nvCxnSpPr>
        <p:spPr bwMode="auto">
          <a:xfrm flipV="1">
            <a:off x="7085952" y="3301608"/>
            <a:ext cx="620406" cy="1893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cxnSpLocks/>
          </p:cNvCxnSpPr>
          <p:nvPr/>
        </p:nvCxnSpPr>
        <p:spPr bwMode="auto">
          <a:xfrm flipV="1">
            <a:off x="7052732" y="4012274"/>
            <a:ext cx="653625" cy="1588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cxnSpLocks/>
            <a:endCxn id="10" idx="1"/>
          </p:cNvCxnSpPr>
          <p:nvPr/>
        </p:nvCxnSpPr>
        <p:spPr bwMode="auto">
          <a:xfrm>
            <a:off x="7085952" y="4780068"/>
            <a:ext cx="620406" cy="2558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cxnSpLocks/>
          </p:cNvCxnSpPr>
          <p:nvPr/>
        </p:nvCxnSpPr>
        <p:spPr bwMode="auto">
          <a:xfrm flipV="1">
            <a:off x="3756211" y="4877212"/>
            <a:ext cx="1145989" cy="4902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cxnSpLocks/>
          </p:cNvCxnSpPr>
          <p:nvPr/>
        </p:nvCxnSpPr>
        <p:spPr bwMode="auto">
          <a:xfrm>
            <a:off x="3158067" y="4241800"/>
            <a:ext cx="1397000" cy="3217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 bwMode="auto">
          <a:xfrm>
            <a:off x="1179663" y="4729546"/>
            <a:ext cx="2789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Код зоны выкладки</a:t>
            </a:r>
            <a:endParaRPr lang="ru-RU" u="sng"/>
          </a:p>
        </p:txBody>
      </p:sp>
      <p:cxnSp>
        <p:nvCxnSpPr>
          <p:cNvPr id="28" name="Прямая соединительная линия 27"/>
          <p:cNvCxnSpPr>
            <a:cxnSpLocks/>
          </p:cNvCxnSpPr>
          <p:nvPr/>
        </p:nvCxnSpPr>
        <p:spPr bwMode="auto">
          <a:xfrm flipV="1">
            <a:off x="3437467" y="4748475"/>
            <a:ext cx="973666" cy="156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cxnSpLocks/>
          </p:cNvCxnSpPr>
          <p:nvPr/>
        </p:nvCxnSpPr>
        <p:spPr bwMode="auto">
          <a:xfrm>
            <a:off x="4269996" y="1706890"/>
            <a:ext cx="576980" cy="7407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cxnSpLocks/>
          </p:cNvCxnSpPr>
          <p:nvPr/>
        </p:nvCxnSpPr>
        <p:spPr bwMode="auto">
          <a:xfrm>
            <a:off x="3285067" y="3160053"/>
            <a:ext cx="1374540" cy="6908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 bwMode="auto">
          <a:xfrm>
            <a:off x="5178118" y="5367477"/>
            <a:ext cx="2411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Тип выкладки</a:t>
            </a:r>
            <a:endParaRPr lang="ru-RU" u="sng"/>
          </a:p>
        </p:txBody>
      </p:sp>
      <p:cxnSp>
        <p:nvCxnSpPr>
          <p:cNvPr id="36" name="Прямая соединительная линия 35"/>
          <p:cNvCxnSpPr>
            <a:cxnSpLocks/>
          </p:cNvCxnSpPr>
          <p:nvPr/>
        </p:nvCxnSpPr>
        <p:spPr bwMode="auto">
          <a:xfrm flipH="1" flipV="1">
            <a:off x="5604933" y="4851259"/>
            <a:ext cx="177800" cy="5162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 bwMode="auto">
          <a:xfrm>
            <a:off x="997957" y="2170948"/>
            <a:ext cx="2069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Доп. инфо</a:t>
            </a:r>
            <a:endParaRPr lang="ru-RU"/>
          </a:p>
        </p:txBody>
      </p:sp>
      <p:cxnSp>
        <p:nvCxnSpPr>
          <p:cNvPr id="27" name="Прямая соединительная линия 26"/>
          <p:cNvCxnSpPr>
            <a:cxnSpLocks/>
            <a:endCxn id="24" idx="3"/>
          </p:cNvCxnSpPr>
          <p:nvPr/>
        </p:nvCxnSpPr>
        <p:spPr bwMode="auto">
          <a:xfrm flipH="1" flipV="1">
            <a:off x="3067677" y="2355613"/>
            <a:ext cx="1765445" cy="8539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33413" y="1812572"/>
            <a:ext cx="2028997" cy="287314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105ADCB-9BB0-4C11-8CE1-EC659AD7303D}" type="slidenum">
              <a:rPr lang="ru-RU"/>
              <a:t>4</a:t>
            </a:fld>
            <a:endParaRPr lang="ru-RU"/>
          </a:p>
        </p:txBody>
      </p:sp>
      <p:sp>
        <p:nvSpPr>
          <p:cNvPr id="6" name="TextBox 5"/>
          <p:cNvSpPr txBox="1"/>
          <p:nvPr/>
        </p:nvSpPr>
        <p:spPr bwMode="auto">
          <a:xfrm>
            <a:off x="2633690" y="1355434"/>
            <a:ext cx="2025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Полное название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7201097" y="4685713"/>
            <a:ext cx="105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u="sng"/>
              <a:t>Qr-</a:t>
            </a:r>
            <a:r>
              <a:rPr lang="ru-RU" u="sng"/>
              <a:t>код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7556560" y="4059905"/>
            <a:ext cx="4206046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Цена за ед. по акции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1784997" y="5023398"/>
            <a:ext cx="3975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Полная дата и время печати ценника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7556560" y="3337389"/>
            <a:ext cx="2658036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Цена по карте</a:t>
            </a: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7556561" y="2711583"/>
            <a:ext cx="2650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Цена за ед. без карты</a:t>
            </a:r>
            <a:endParaRPr/>
          </a:p>
        </p:txBody>
      </p:sp>
      <p:cxnSp>
        <p:nvCxnSpPr>
          <p:cNvPr id="13" name="Прямая соединительная линия 12"/>
          <p:cNvCxnSpPr>
            <a:cxnSpLocks/>
          </p:cNvCxnSpPr>
          <p:nvPr/>
        </p:nvCxnSpPr>
        <p:spPr bwMode="auto">
          <a:xfrm>
            <a:off x="6789557" y="4593902"/>
            <a:ext cx="531118" cy="2135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>
            <a:cxnSpLocks/>
          </p:cNvCxnSpPr>
          <p:nvPr/>
        </p:nvCxnSpPr>
        <p:spPr bwMode="auto">
          <a:xfrm flipV="1">
            <a:off x="5163349" y="4517246"/>
            <a:ext cx="969154" cy="6242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cxnSpLocks/>
          </p:cNvCxnSpPr>
          <p:nvPr/>
        </p:nvCxnSpPr>
        <p:spPr bwMode="auto">
          <a:xfrm>
            <a:off x="4068259" y="1724766"/>
            <a:ext cx="854170" cy="26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cxnSpLocks/>
            <a:endCxn id="11" idx="1"/>
          </p:cNvCxnSpPr>
          <p:nvPr/>
        </p:nvCxnSpPr>
        <p:spPr bwMode="auto">
          <a:xfrm flipV="1">
            <a:off x="6712900" y="2896249"/>
            <a:ext cx="843660" cy="1846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cxnSpLocks/>
            <a:endCxn id="10" idx="1"/>
          </p:cNvCxnSpPr>
          <p:nvPr/>
        </p:nvCxnSpPr>
        <p:spPr bwMode="auto">
          <a:xfrm>
            <a:off x="6669713" y="3522055"/>
            <a:ext cx="8868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cxnSpLocks/>
            <a:endCxn id="8" idx="1"/>
          </p:cNvCxnSpPr>
          <p:nvPr/>
        </p:nvCxnSpPr>
        <p:spPr bwMode="auto">
          <a:xfrm>
            <a:off x="6789557" y="4079210"/>
            <a:ext cx="767004" cy="1653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 bwMode="auto">
          <a:xfrm>
            <a:off x="6040715" y="5015591"/>
            <a:ext cx="1132344" cy="377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id_sku</a:t>
            </a:r>
            <a:endParaRPr lang="ru-RU" u="sng"/>
          </a:p>
        </p:txBody>
      </p:sp>
      <p:cxnSp>
        <p:nvCxnSpPr>
          <p:cNvPr id="18" name="Прямая соединительная линия 17"/>
          <p:cNvCxnSpPr>
            <a:cxnSpLocks/>
          </p:cNvCxnSpPr>
          <p:nvPr/>
        </p:nvCxnSpPr>
        <p:spPr bwMode="auto">
          <a:xfrm flipH="1">
            <a:off x="6263913" y="4617107"/>
            <a:ext cx="6342" cy="4179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105ADCB-9BB0-4C11-8CE1-EC659AD7303D}" type="slidenum">
              <a:rPr lang="ru-RU"/>
              <a:t>5</a:t>
            </a:fld>
            <a:endParaRPr lang="ru-RU"/>
          </a:p>
        </p:txBody>
      </p:sp>
      <p:sp>
        <p:nvSpPr>
          <p:cNvPr id="6" name="TextBox 5"/>
          <p:cNvSpPr txBox="1"/>
          <p:nvPr/>
        </p:nvSpPr>
        <p:spPr bwMode="auto">
          <a:xfrm>
            <a:off x="7874137" y="1537429"/>
            <a:ext cx="105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u="sng"/>
              <a:t>Qr-</a:t>
            </a:r>
            <a:r>
              <a:rPr lang="ru-RU" u="sng"/>
              <a:t>код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2633690" y="1273302"/>
            <a:ext cx="2025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Полное название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7874137" y="2459712"/>
            <a:ext cx="2650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Цена за ед. без карты</a:t>
            </a:r>
            <a:endParaRPr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468515" y="1906761"/>
            <a:ext cx="2927554" cy="292755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0" name="TextBox 9"/>
          <p:cNvSpPr txBox="1"/>
          <p:nvPr/>
        </p:nvSpPr>
        <p:spPr bwMode="auto">
          <a:xfrm>
            <a:off x="7874136" y="3547563"/>
            <a:ext cx="2654796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Цена за ед. по карте</a:t>
            </a: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2211047" y="4013261"/>
            <a:ext cx="244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Штрих-код (цифры)</a:t>
            </a: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3479800" y="2687940"/>
            <a:ext cx="1182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id_sku</a:t>
            </a:r>
            <a:endParaRPr lang="ru-RU" u="sng"/>
          </a:p>
        </p:txBody>
      </p:sp>
      <p:sp>
        <p:nvSpPr>
          <p:cNvPr id="13" name="TextBox 12"/>
          <p:cNvSpPr txBox="1"/>
          <p:nvPr/>
        </p:nvSpPr>
        <p:spPr bwMode="auto">
          <a:xfrm>
            <a:off x="7211607" y="5064735"/>
            <a:ext cx="3975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Полная дата и время печати ценника</a:t>
            </a:r>
            <a:endParaRPr/>
          </a:p>
        </p:txBody>
      </p:sp>
      <p:cxnSp>
        <p:nvCxnSpPr>
          <p:cNvPr id="15" name="Прямая соединительная линия 14"/>
          <p:cNvCxnSpPr>
            <a:cxnSpLocks/>
          </p:cNvCxnSpPr>
          <p:nvPr/>
        </p:nvCxnSpPr>
        <p:spPr bwMode="auto">
          <a:xfrm>
            <a:off x="3789011" y="1642634"/>
            <a:ext cx="788464" cy="4873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cxnSpLocks/>
          </p:cNvCxnSpPr>
          <p:nvPr/>
        </p:nvCxnSpPr>
        <p:spPr bwMode="auto">
          <a:xfrm flipV="1">
            <a:off x="7293298" y="1906761"/>
            <a:ext cx="580839" cy="4093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cxnSpLocks/>
          </p:cNvCxnSpPr>
          <p:nvPr/>
        </p:nvCxnSpPr>
        <p:spPr bwMode="auto">
          <a:xfrm flipV="1">
            <a:off x="7211607" y="2775345"/>
            <a:ext cx="1237010" cy="3182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cxnSpLocks/>
            <a:endCxn id="10" idx="1"/>
          </p:cNvCxnSpPr>
          <p:nvPr/>
        </p:nvCxnSpPr>
        <p:spPr bwMode="auto">
          <a:xfrm flipV="1">
            <a:off x="7150937" y="3732230"/>
            <a:ext cx="723200" cy="3469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cxnSpLocks/>
          </p:cNvCxnSpPr>
          <p:nvPr/>
        </p:nvCxnSpPr>
        <p:spPr bwMode="auto">
          <a:xfrm>
            <a:off x="6471981" y="4506295"/>
            <a:ext cx="1226500" cy="6296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cxnSpLocks/>
          </p:cNvCxnSpPr>
          <p:nvPr/>
        </p:nvCxnSpPr>
        <p:spPr bwMode="auto">
          <a:xfrm flipV="1">
            <a:off x="4309178" y="3821863"/>
            <a:ext cx="580397" cy="3504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cxnSpLocks/>
          </p:cNvCxnSpPr>
          <p:nvPr/>
        </p:nvCxnSpPr>
        <p:spPr bwMode="auto">
          <a:xfrm>
            <a:off x="4265375" y="2989595"/>
            <a:ext cx="569447" cy="1550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702736" y="2810081"/>
            <a:ext cx="2676670" cy="267667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5" name="Прямоугольник 4"/>
          <p:cNvSpPr/>
          <p:nvPr/>
        </p:nvSpPr>
        <p:spPr bwMode="auto">
          <a:xfrm>
            <a:off x="6377758" y="2810081"/>
            <a:ext cx="2675022" cy="267502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410061" y="2874705"/>
            <a:ext cx="2612065" cy="2543840"/>
          </a:xfrm>
          <a:prstGeom prst="rect">
            <a:avLst/>
          </a:prstGeom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105ADCB-9BB0-4C11-8CE1-EC659AD7303D}" type="slidenum">
              <a:rPr lang="ru-RU"/>
              <a:t>6</a:t>
            </a:fld>
            <a:endParaRPr lang="ru-RU"/>
          </a:p>
        </p:txBody>
      </p:sp>
      <p:sp>
        <p:nvSpPr>
          <p:cNvPr id="8" name="TextBox 7"/>
          <p:cNvSpPr txBox="1"/>
          <p:nvPr/>
        </p:nvSpPr>
        <p:spPr bwMode="auto">
          <a:xfrm>
            <a:off x="1921882" y="2039865"/>
            <a:ext cx="2025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Полное название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5935828" y="1938834"/>
            <a:ext cx="105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u="sng"/>
              <a:t>Qr-</a:t>
            </a:r>
            <a:r>
              <a:rPr lang="ru-RU" u="sng"/>
              <a:t>код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1021965" y="3468932"/>
            <a:ext cx="2650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Цена за ед. без карты</a:t>
            </a: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9527281" y="2192569"/>
            <a:ext cx="2069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Шелфтокер</a:t>
            </a:r>
            <a:endParaRPr lang="ru-RU"/>
          </a:p>
        </p:txBody>
      </p:sp>
      <p:sp>
        <p:nvSpPr>
          <p:cNvPr id="12" name="TextBox 11"/>
          <p:cNvSpPr txBox="1"/>
          <p:nvPr/>
        </p:nvSpPr>
        <p:spPr bwMode="auto">
          <a:xfrm>
            <a:off x="9379444" y="2596865"/>
            <a:ext cx="19383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200" i="1"/>
              <a:t>Здесь указывается дополнительная информация по товару:</a:t>
            </a:r>
            <a:endParaRPr/>
          </a:p>
          <a:p>
            <a:pPr>
              <a:defRPr/>
            </a:pPr>
            <a:r>
              <a:rPr lang="ru-RU" sz="1200" i="1"/>
              <a:t>1.Номер на весах</a:t>
            </a:r>
            <a:endParaRPr/>
          </a:p>
          <a:p>
            <a:pPr>
              <a:defRPr/>
            </a:pPr>
            <a:r>
              <a:rPr lang="ru-RU" sz="1200" i="1"/>
              <a:t>2. «Удачная упаковка» </a:t>
            </a:r>
            <a:endParaRPr/>
          </a:p>
          <a:p>
            <a:pPr>
              <a:defRPr/>
            </a:pPr>
            <a:r>
              <a:rPr lang="ru-RU" sz="1200" i="1"/>
              <a:t>И т.д.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1297680" y="4279207"/>
            <a:ext cx="2320253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Цена за ед. по карте</a:t>
            </a:r>
            <a:endParaRPr/>
          </a:p>
        </p:txBody>
      </p:sp>
      <p:sp>
        <p:nvSpPr>
          <p:cNvPr id="14" name="TextBox 13"/>
          <p:cNvSpPr txBox="1"/>
          <p:nvPr/>
        </p:nvSpPr>
        <p:spPr bwMode="auto">
          <a:xfrm>
            <a:off x="2675466" y="4898000"/>
            <a:ext cx="834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/>
              <a:t>id_sku</a:t>
            </a: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5239929" y="5617686"/>
            <a:ext cx="244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Штрих-код (цифры)</a:t>
            </a:r>
            <a:endParaRPr/>
          </a:p>
        </p:txBody>
      </p:sp>
      <p:cxnSp>
        <p:nvCxnSpPr>
          <p:cNvPr id="17" name="Прямая соединительная линия 16"/>
          <p:cNvCxnSpPr>
            <a:cxnSpLocks/>
          </p:cNvCxnSpPr>
          <p:nvPr/>
        </p:nvCxnSpPr>
        <p:spPr bwMode="auto">
          <a:xfrm>
            <a:off x="3411205" y="2409197"/>
            <a:ext cx="574922" cy="5694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cxnSpLocks/>
            <a:stCxn id="9" idx="2"/>
          </p:cNvCxnSpPr>
          <p:nvPr/>
        </p:nvCxnSpPr>
        <p:spPr bwMode="auto">
          <a:xfrm flipH="1">
            <a:off x="5864206" y="2308166"/>
            <a:ext cx="600003" cy="6309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cxnSpLocks/>
          </p:cNvCxnSpPr>
          <p:nvPr/>
        </p:nvCxnSpPr>
        <p:spPr bwMode="auto">
          <a:xfrm flipV="1">
            <a:off x="8809366" y="2526936"/>
            <a:ext cx="717915" cy="4024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cxnSpLocks/>
          </p:cNvCxnSpPr>
          <p:nvPr/>
        </p:nvCxnSpPr>
        <p:spPr bwMode="auto">
          <a:xfrm>
            <a:off x="5645188" y="5350180"/>
            <a:ext cx="519019" cy="3027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>
            <a:cxnSpLocks/>
          </p:cNvCxnSpPr>
          <p:nvPr/>
        </p:nvCxnSpPr>
        <p:spPr bwMode="auto">
          <a:xfrm flipV="1">
            <a:off x="3411205" y="5075741"/>
            <a:ext cx="427085" cy="657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 bwMode="auto">
          <a:xfrm>
            <a:off x="695822" y="5928589"/>
            <a:ext cx="3975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Полная дата и время печати ценника</a:t>
            </a:r>
            <a:endParaRPr/>
          </a:p>
        </p:txBody>
      </p:sp>
      <p:cxnSp>
        <p:nvCxnSpPr>
          <p:cNvPr id="31" name="Прямая соединительная линия 30"/>
          <p:cNvCxnSpPr>
            <a:cxnSpLocks/>
          </p:cNvCxnSpPr>
          <p:nvPr/>
        </p:nvCxnSpPr>
        <p:spPr bwMode="auto">
          <a:xfrm flipV="1">
            <a:off x="3509763" y="5367553"/>
            <a:ext cx="700857" cy="5200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>
            <a:cxnSpLocks/>
          </p:cNvCxnSpPr>
          <p:nvPr/>
        </p:nvCxnSpPr>
        <p:spPr bwMode="auto">
          <a:xfrm>
            <a:off x="3449533" y="4483609"/>
            <a:ext cx="630247" cy="246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cxnSpLocks/>
          </p:cNvCxnSpPr>
          <p:nvPr/>
        </p:nvCxnSpPr>
        <p:spPr bwMode="auto">
          <a:xfrm>
            <a:off x="3290745" y="3745207"/>
            <a:ext cx="2118999" cy="3078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956408" y="2482403"/>
            <a:ext cx="2182988" cy="218298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105ADCB-9BB0-4C11-8CE1-EC659AD7303D}" type="slidenum">
              <a:rPr lang="ru-RU"/>
              <a:t>7</a:t>
            </a:fld>
            <a:endParaRPr lang="ru-RU"/>
          </a:p>
        </p:txBody>
      </p:sp>
      <p:sp>
        <p:nvSpPr>
          <p:cNvPr id="6" name="TextBox 5"/>
          <p:cNvSpPr txBox="1"/>
          <p:nvPr/>
        </p:nvSpPr>
        <p:spPr bwMode="auto">
          <a:xfrm>
            <a:off x="2644641" y="1744190"/>
            <a:ext cx="2025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Полное название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7386822" y="1744190"/>
            <a:ext cx="105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u="sng"/>
              <a:t>Qr-</a:t>
            </a:r>
            <a:r>
              <a:rPr lang="ru-RU" u="sng"/>
              <a:t>код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7332082" y="2789976"/>
            <a:ext cx="2650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Цена за ед. без карты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7332082" y="3835761"/>
            <a:ext cx="2653716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Цена за ед. по карте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1396680" y="4877303"/>
            <a:ext cx="3975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Полная дата и время печати ценника</a:t>
            </a: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3962400" y="3895446"/>
            <a:ext cx="3424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id_sku</a:t>
            </a:r>
            <a:endParaRPr lang="ru-RU" u="sng"/>
          </a:p>
        </p:txBody>
      </p:sp>
      <p:sp>
        <p:nvSpPr>
          <p:cNvPr id="12" name="TextBox 11"/>
          <p:cNvSpPr txBox="1"/>
          <p:nvPr/>
        </p:nvSpPr>
        <p:spPr bwMode="auto">
          <a:xfrm>
            <a:off x="7332082" y="4941232"/>
            <a:ext cx="244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u="sng"/>
              <a:t>Штрих-код (цифры)</a:t>
            </a:r>
            <a:endParaRPr/>
          </a:p>
        </p:txBody>
      </p:sp>
      <p:cxnSp>
        <p:nvCxnSpPr>
          <p:cNvPr id="14" name="Прямая соединительная линия 13"/>
          <p:cNvCxnSpPr>
            <a:cxnSpLocks/>
          </p:cNvCxnSpPr>
          <p:nvPr/>
        </p:nvCxnSpPr>
        <p:spPr bwMode="auto">
          <a:xfrm>
            <a:off x="4342031" y="2113522"/>
            <a:ext cx="772038" cy="5311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cxnSpLocks/>
          </p:cNvCxnSpPr>
          <p:nvPr/>
        </p:nvCxnSpPr>
        <p:spPr bwMode="auto">
          <a:xfrm>
            <a:off x="4763721" y="4205094"/>
            <a:ext cx="333922" cy="1095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cxnSpLocks/>
          </p:cNvCxnSpPr>
          <p:nvPr/>
        </p:nvCxnSpPr>
        <p:spPr bwMode="auto">
          <a:xfrm flipV="1">
            <a:off x="4396786" y="4588426"/>
            <a:ext cx="810366" cy="3528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cxnSpLocks/>
          </p:cNvCxnSpPr>
          <p:nvPr/>
        </p:nvCxnSpPr>
        <p:spPr bwMode="auto">
          <a:xfrm flipH="1" flipV="1">
            <a:off x="6830557" y="4574426"/>
            <a:ext cx="731038" cy="3668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cxnSpLocks/>
            <a:endCxn id="9" idx="1"/>
          </p:cNvCxnSpPr>
          <p:nvPr/>
        </p:nvCxnSpPr>
        <p:spPr bwMode="auto">
          <a:xfrm flipV="1">
            <a:off x="6870221" y="4020428"/>
            <a:ext cx="461862" cy="311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cxnSpLocks/>
          </p:cNvCxnSpPr>
          <p:nvPr/>
        </p:nvCxnSpPr>
        <p:spPr bwMode="auto">
          <a:xfrm flipV="1">
            <a:off x="7004809" y="3112651"/>
            <a:ext cx="1213840" cy="3394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cxnSpLocks/>
            <a:endCxn id="7" idx="2"/>
          </p:cNvCxnSpPr>
          <p:nvPr/>
        </p:nvCxnSpPr>
        <p:spPr bwMode="auto">
          <a:xfrm flipV="1">
            <a:off x="7019526" y="2113522"/>
            <a:ext cx="895677" cy="6764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r7-office/2025.3.1.923</Application>
  <DocSecurity>0</DocSecurity>
  <PresentationFormat>Широкоэкранный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Лебедевский Виктор</dc:creator>
  <cp:keywords/>
  <dc:description/>
  <dc:identifier/>
  <dc:language/>
  <cp:lastModifiedBy>Аноним</cp:lastModifiedBy>
  <cp:revision>21</cp:revision>
  <dcterms:created xsi:type="dcterms:W3CDTF">2026-04-22T13:27:03Z</dcterms:created>
  <dcterms:modified xsi:type="dcterms:W3CDTF">2026-05-05T07:20:57Z</dcterms:modified>
  <cp:category/>
  <cp:contentStatus/>
  <cp:version/>
</cp:coreProperties>
</file>