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9.bin"/>
  <Override ContentType="application/vnd.openxmlformats-officedocument.oleObject" PartName="/ppt/embeddings/oleObject15.bin"/>
  <Override ContentType="application/vnd.openxmlformats-officedocument.oleObject" PartName="/ppt/embeddings/oleObject4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24.bin"/>
  <Override ContentType="application/vnd.openxmlformats-officedocument.oleObject" PartName="/ppt/embeddings/oleObject25.bin"/>
  <Override ContentType="application/vnd.openxmlformats-officedocument.oleObject" PartName="/ppt/embeddings/oleObject20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17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2.bin"/>
  <Override ContentType="application/vnd.openxmlformats-officedocument.oleObject" PartName="/ppt/embeddings/oleObject21.bin"/>
  <Override ContentType="application/vnd.openxmlformats-officedocument.oleObject" PartName="/ppt/embeddings/oleObject13.bin"/>
  <Override ContentType="application/vnd.openxmlformats-officedocument.oleObject" PartName="/ppt/embeddings/oleObject6.bin"/>
  <Override ContentType="application/vnd.openxmlformats-officedocument.oleObject" PartName="/ppt/embeddings/oleObject18.bin"/>
  <Override ContentType="application/vnd.openxmlformats-officedocument.oleObject" PartName="/ppt/embeddings/oleObject1.bin"/>
  <Override ContentType="application/vnd.openxmlformats-officedocument.oleObject" PartName="/ppt/embeddings/oleObject22.bin"/>
  <Override ContentType="application/vnd.openxmlformats-officedocument.oleObject" PartName="/ppt/embeddings/oleObject19.bin"/>
  <Override ContentType="application/vnd.openxmlformats-officedocument.oleObject" PartName="/ppt/embeddings/oleObject14.bin"/>
  <Override ContentType="application/vnd.openxmlformats-officedocument.oleObject" PartName="/ppt/embeddings/oleObject5.bin"/>
  <Override ContentType="application/vnd.openxmlformats-officedocument.oleObject" PartName="/ppt/embeddings/oleObject10.bin"/>
  <Override ContentType="application/vnd.openxmlformats-officedocument.oleObject" PartName="/ppt/embeddings/oleObject23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y="6858000" cx="12192000"/>
  <p:notesSz cx="12192000" cy="6858000"/>
  <p:embeddedFontLst>
    <p:embeddedFont>
      <p:font typeface="Poppins"/>
      <p:bold r:id="rId73"/>
      <p:boldItalic r:id="rId74"/>
    </p:embeddedFont>
    <p:embeddedFont>
      <p:font typeface="Poppins Medium"/>
      <p:regular r:id="rId75"/>
      <p:bold r:id="rId76"/>
      <p:italic r:id="rId77"/>
      <p:boldItalic r:id="rId78"/>
    </p:embeddedFont>
    <p:embeddedFont>
      <p:font typeface="Open Sans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83" roundtripDataSignature="AMtx7mgcK9PF0vUqkMuo+tPOum1WQHlr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610D69-86E0-4D04-94A7-E03A86E46795}">
  <a:tblStyle styleId="{2B610D69-86E0-4D04-94A7-E03A86E467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  <a:tcStyle>
        <a:fill>
          <a:solidFill>
            <a:srgbClr val="D0DEEF"/>
          </a:solidFill>
        </a:fill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customschemas.google.com/relationships/presentationmetadata" Target="meta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OpenSans-bold.fntdata"/><Relationship Id="rId82" Type="http://schemas.openxmlformats.org/officeDocument/2006/relationships/font" Target="fonts/OpenSans-boldItalic.fntdata"/><Relationship Id="rId81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Poppins-bold.fntdata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PoppinsMedium-regular.fntdata"/><Relationship Id="rId30" Type="http://schemas.openxmlformats.org/officeDocument/2006/relationships/slide" Target="slides/slide24.xml"/><Relationship Id="rId74" Type="http://schemas.openxmlformats.org/officeDocument/2006/relationships/font" Target="fonts/Poppins-boldItalic.fntdata"/><Relationship Id="rId33" Type="http://schemas.openxmlformats.org/officeDocument/2006/relationships/slide" Target="slides/slide27.xml"/><Relationship Id="rId77" Type="http://schemas.openxmlformats.org/officeDocument/2006/relationships/font" Target="fonts/PoppinsMedium-italic.fntdata"/><Relationship Id="rId32" Type="http://schemas.openxmlformats.org/officeDocument/2006/relationships/slide" Target="slides/slide26.xml"/><Relationship Id="rId76" Type="http://schemas.openxmlformats.org/officeDocument/2006/relationships/font" Target="fonts/PoppinsMedium-bold.fntdata"/><Relationship Id="rId35" Type="http://schemas.openxmlformats.org/officeDocument/2006/relationships/slide" Target="slides/slide29.xml"/><Relationship Id="rId79" Type="http://schemas.openxmlformats.org/officeDocument/2006/relationships/font" Target="fonts/OpenSans-regular.fntdata"/><Relationship Id="rId34" Type="http://schemas.openxmlformats.org/officeDocument/2006/relationships/slide" Target="slides/slide28.xml"/><Relationship Id="rId78" Type="http://schemas.openxmlformats.org/officeDocument/2006/relationships/font" Target="fonts/PoppinsMedium-bold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91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94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95.png"/></Relationships>
</file>

<file path=ppt/drawings/_rels/vmlDrawing11.vml.rels><?xml version="1.0" encoding="UTF-8" standalone="yes"?><Relationships xmlns="http://schemas.openxmlformats.org/package/2006/relationships"><Relationship Id="rId1" Type="http://schemas.openxmlformats.org/officeDocument/2006/relationships/image" Target="../media/image105.png"/></Relationships>
</file>

<file path=ppt/drawings/_rels/vmlDrawing12.vml.rels><?xml version="1.0" encoding="UTF-8" standalone="yes"?><Relationships xmlns="http://schemas.openxmlformats.org/package/2006/relationships"><Relationship Id="rId1" Type="http://schemas.openxmlformats.org/officeDocument/2006/relationships/image" Target="../media/image111.png"/></Relationships>
</file>

<file path=ppt/drawings/_rels/vmlDrawing13.vml.rels><?xml version="1.0" encoding="UTF-8" standalone="yes"?><Relationships xmlns="http://schemas.openxmlformats.org/package/2006/relationships"><Relationship Id="rId1" Type="http://schemas.openxmlformats.org/officeDocument/2006/relationships/image" Target="../media/image114.png"/></Relationships>
</file>

<file path=ppt/drawings/_rels/vmlDrawing14.vml.rels><?xml version="1.0" encoding="UTF-8" standalone="yes"?><Relationships xmlns="http://schemas.openxmlformats.org/package/2006/relationships"><Relationship Id="rId1" Type="http://schemas.openxmlformats.org/officeDocument/2006/relationships/image" Target="../media/image122.png"/></Relationships>
</file>

<file path=ppt/drawings/_rels/vmlDrawing15.vml.rels><?xml version="1.0" encoding="UTF-8" standalone="yes"?><Relationships xmlns="http://schemas.openxmlformats.org/package/2006/relationships"><Relationship Id="rId1" Type="http://schemas.openxmlformats.org/officeDocument/2006/relationships/image" Target="../media/image128.png"/></Relationships>
</file>

<file path=ppt/drawings/_rels/vmlDrawing16.vml.rels><?xml version="1.0" encoding="UTF-8" standalone="yes"?><Relationships xmlns="http://schemas.openxmlformats.org/package/2006/relationships"><Relationship Id="rId1" Type="http://schemas.openxmlformats.org/officeDocument/2006/relationships/image" Target="../media/image134.png"/></Relationships>
</file>

<file path=ppt/drawings/_rels/vmlDrawing17.vml.rels><?xml version="1.0" encoding="UTF-8" standalone="yes"?><Relationships xmlns="http://schemas.openxmlformats.org/package/2006/relationships"><Relationship Id="rId1" Type="http://schemas.openxmlformats.org/officeDocument/2006/relationships/image" Target="../media/image140.png"/></Relationships>
</file>

<file path=ppt/drawings/_rels/vmlDrawing18.vml.rels><?xml version="1.0" encoding="UTF-8" standalone="yes"?><Relationships xmlns="http://schemas.openxmlformats.org/package/2006/relationships"><Relationship Id="rId1" Type="http://schemas.openxmlformats.org/officeDocument/2006/relationships/image" Target="../media/image138.png"/></Relationships>
</file>

<file path=ppt/drawings/_rels/vmlDrawing19.vml.rels><?xml version="1.0" encoding="UTF-8" standalone="yes"?><Relationships xmlns="http://schemas.openxmlformats.org/package/2006/relationships"><Relationship Id="rId1" Type="http://schemas.openxmlformats.org/officeDocument/2006/relationships/image" Target="../media/image144.png"/></Relationships>
</file>

<file path=ppt/drawings/_rels/vmlDrawing20.vml.rels><?xml version="1.0" encoding="UTF-8" standalone="yes"?><Relationships xmlns="http://schemas.openxmlformats.org/package/2006/relationships"><Relationship Id="rId1" Type="http://schemas.openxmlformats.org/officeDocument/2006/relationships/image" Target="../media/image148.png"/></Relationships>
</file>

<file path=ppt/drawings/_rels/vmlDrawing21.vml.rels><?xml version="1.0" encoding="UTF-8" standalone="yes"?><Relationships xmlns="http://schemas.openxmlformats.org/package/2006/relationships"><Relationship Id="rId1" Type="http://schemas.openxmlformats.org/officeDocument/2006/relationships/image" Target="../media/image151.png"/></Relationships>
</file>

<file path=ppt/drawings/_rels/vmlDrawing22.vml.rels><?xml version="1.0" encoding="UTF-8" standalone="yes"?><Relationships xmlns="http://schemas.openxmlformats.org/package/2006/relationships"><Relationship Id="rId1" Type="http://schemas.openxmlformats.org/officeDocument/2006/relationships/image" Target="../media/image155.png"/></Relationships>
</file>

<file path=ppt/drawings/_rels/vmlDrawing23.vml.rels><?xml version="1.0" encoding="UTF-8" standalone="yes"?><Relationships xmlns="http://schemas.openxmlformats.org/package/2006/relationships"><Relationship Id="rId1" Type="http://schemas.openxmlformats.org/officeDocument/2006/relationships/image" Target="../media/image156.png"/></Relationships>
</file>

<file path=ppt/drawings/_rels/vmlDrawing24.vml.rels><?xml version="1.0" encoding="UTF-8" standalone="yes"?><Relationships xmlns="http://schemas.openxmlformats.org/package/2006/relationships"><Relationship Id="rId1" Type="http://schemas.openxmlformats.org/officeDocument/2006/relationships/image" Target="../media/image158.png"/></Relationships>
</file>

<file path=ppt/drawings/_rels/vmlDrawing25.vml.rels><?xml version="1.0" encoding="UTF-8" standalone="yes"?><Relationships xmlns="http://schemas.openxmlformats.org/package/2006/relationships"><Relationship Id="rId1" Type="http://schemas.openxmlformats.org/officeDocument/2006/relationships/image" Target="../media/image16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 QR нет, задача в работе / отрисовка / до конца февраля</a:t>
            </a:r>
            <a:endParaRPr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Добавить QR код //  вторая половина февраля</a:t>
            </a:r>
            <a:endParaRPr/>
          </a:p>
        </p:txBody>
      </p:sp>
      <p:sp>
        <p:nvSpPr>
          <p:cNvPr id="346" name="Google Shape;3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Сделать заявку на переделку в А4 новый вид</a:t>
            </a:r>
            <a:endParaRPr/>
          </a:p>
        </p:txBody>
      </p:sp>
      <p:sp>
        <p:nvSpPr>
          <p:cNvPr id="643" name="Google Shape;64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6" name="Google Shape;11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Других ценников нет</a:t>
            </a:r>
            <a:endParaRPr/>
          </a:p>
        </p:txBody>
      </p:sp>
      <p:sp>
        <p:nvSpPr>
          <p:cNvPr id="1127" name="Google Shape;1127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8" name="Google Shape;1138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100 – грамм – отсутствует, кг с номером кнопки – адаптивный (умный)</a:t>
            </a:r>
            <a:endParaRPr/>
          </a:p>
        </p:txBody>
      </p:sp>
      <p:sp>
        <p:nvSpPr>
          <p:cNvPr id="1139" name="Google Shape;1139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Всего 2 штуки</a:t>
            </a:r>
            <a:endParaRPr/>
          </a:p>
        </p:txBody>
      </p:sp>
      <p:sp>
        <p:nvSpPr>
          <p:cNvPr id="1156" name="Google Shape;115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6" name="Google Shape;1256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Всего 1</a:t>
            </a:r>
            <a:endParaRPr/>
          </a:p>
        </p:txBody>
      </p:sp>
      <p:sp>
        <p:nvSpPr>
          <p:cNvPr id="1257" name="Google Shape;1257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3"/>
          <p:cNvSpPr txBox="1"/>
          <p:nvPr>
            <p:ph idx="2" type="body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3"/>
          <p:cNvSpPr txBox="1"/>
          <p:nvPr>
            <p:ph idx="4" type="body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7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oleObject" Target="../embeddings/oleObject1.bin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1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oogle Shape;10;p67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1" imgH="1587" imgW="1587" progId="TCLayout.ActiveDocument.1" spid="_x0000_s1">
                  <p:embed/>
                </p:oleObj>
              </mc:Choice>
              <mc:Fallback>
                <p:oleObj r:id="rId2" imgH="1587" imgW="1587" progId="TCLayout.ActiveDocument.1">
                  <p:embed/>
                  <p:pic>
                    <p:nvPicPr>
                      <p:cNvPr id="10" name="Google Shape;10;p67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11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png"/><Relationship Id="rId7" Type="http://schemas.openxmlformats.org/officeDocument/2006/relationships/image" Target="../media/image27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9" Type="http://schemas.openxmlformats.org/officeDocument/2006/relationships/image" Target="../media/image21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1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9" Type="http://schemas.openxmlformats.org/officeDocument/2006/relationships/image" Target="../media/image38.png"/><Relationship Id="rId5" Type="http://schemas.openxmlformats.org/officeDocument/2006/relationships/oleObject" Target="../embeddings/oleObject4.bin"/><Relationship Id="rId6" Type="http://schemas.openxmlformats.org/officeDocument/2006/relationships/image" Target="../media/image1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52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5.bin"/><Relationship Id="rId9" Type="http://schemas.openxmlformats.org/officeDocument/2006/relationships/image" Target="../media/image31.png"/><Relationship Id="rId5" Type="http://schemas.openxmlformats.org/officeDocument/2006/relationships/oleObject" Target="../embeddings/oleObject5.bin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6.bin"/><Relationship Id="rId9" Type="http://schemas.openxmlformats.org/officeDocument/2006/relationships/image" Target="../media/image34.png"/><Relationship Id="rId5" Type="http://schemas.openxmlformats.org/officeDocument/2006/relationships/oleObject" Target="../embeddings/oleObject6.bin"/><Relationship Id="rId6" Type="http://schemas.openxmlformats.org/officeDocument/2006/relationships/image" Target="../media/image1.png"/><Relationship Id="rId7" Type="http://schemas.openxmlformats.org/officeDocument/2006/relationships/image" Target="../media/image35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7.bin"/><Relationship Id="rId9" Type="http://schemas.openxmlformats.org/officeDocument/2006/relationships/image" Target="../media/image31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png"/><Relationship Id="rId7" Type="http://schemas.openxmlformats.org/officeDocument/2006/relationships/image" Target="../media/image50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Relationship Id="rId5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68.png"/><Relationship Id="rId5" Type="http://schemas.openxmlformats.org/officeDocument/2006/relationships/image" Target="../media/image66.png"/><Relationship Id="rId6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0.png"/><Relationship Id="rId4" Type="http://schemas.openxmlformats.org/officeDocument/2006/relationships/image" Target="../media/image64.png"/><Relationship Id="rId5" Type="http://schemas.openxmlformats.org/officeDocument/2006/relationships/image" Target="../media/image61.png"/><Relationship Id="rId6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Relationship Id="rId4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7.png"/><Relationship Id="rId4" Type="http://schemas.openxmlformats.org/officeDocument/2006/relationships/image" Target="../media/image7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Relationship Id="rId4" Type="http://schemas.openxmlformats.org/officeDocument/2006/relationships/image" Target="../media/image74.png"/><Relationship Id="rId5" Type="http://schemas.openxmlformats.org/officeDocument/2006/relationships/image" Target="../media/image73.png"/><Relationship Id="rId6" Type="http://schemas.openxmlformats.org/officeDocument/2006/relationships/image" Target="../media/image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0.png"/><Relationship Id="rId4" Type="http://schemas.openxmlformats.org/officeDocument/2006/relationships/image" Target="../media/image84.png"/><Relationship Id="rId5" Type="http://schemas.openxmlformats.org/officeDocument/2006/relationships/image" Target="../media/image7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5.png"/><Relationship Id="rId4" Type="http://schemas.openxmlformats.org/officeDocument/2006/relationships/image" Target="../media/image79.png"/><Relationship Id="rId5" Type="http://schemas.openxmlformats.org/officeDocument/2006/relationships/image" Target="../media/image83.png"/><Relationship Id="rId6" Type="http://schemas.openxmlformats.org/officeDocument/2006/relationships/image" Target="../media/image87.png"/><Relationship Id="rId7" Type="http://schemas.openxmlformats.org/officeDocument/2006/relationships/image" Target="../media/image7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8.png"/><Relationship Id="rId4" Type="http://schemas.openxmlformats.org/officeDocument/2006/relationships/image" Target="../media/image8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74.png"/><Relationship Id="rId5" Type="http://schemas.openxmlformats.org/officeDocument/2006/relationships/image" Target="../media/image73.png"/><Relationship Id="rId6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0.png"/><Relationship Id="rId4" Type="http://schemas.openxmlformats.org/officeDocument/2006/relationships/image" Target="../media/image84.png"/><Relationship Id="rId5" Type="http://schemas.openxmlformats.org/officeDocument/2006/relationships/image" Target="../media/image7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png"/><Relationship Id="rId4" Type="http://schemas.openxmlformats.org/officeDocument/2006/relationships/image" Target="../media/image79.png"/><Relationship Id="rId5" Type="http://schemas.openxmlformats.org/officeDocument/2006/relationships/image" Target="../media/image83.png"/><Relationship Id="rId6" Type="http://schemas.openxmlformats.org/officeDocument/2006/relationships/image" Target="../media/image87.png"/><Relationship Id="rId7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8.png"/><Relationship Id="rId4" Type="http://schemas.openxmlformats.org/officeDocument/2006/relationships/image" Target="../media/image8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5" Type="http://schemas.openxmlformats.org/officeDocument/2006/relationships/image" Target="../media/image8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9.png"/><Relationship Id="rId4" Type="http://schemas.openxmlformats.org/officeDocument/2006/relationships/image" Target="../media/image99.png"/><Relationship Id="rId5" Type="http://schemas.openxmlformats.org/officeDocument/2006/relationships/image" Target="../media/image9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6.png"/><Relationship Id="rId4" Type="http://schemas.openxmlformats.org/officeDocument/2006/relationships/image" Target="../media/image98.png"/><Relationship Id="rId5" Type="http://schemas.openxmlformats.org/officeDocument/2006/relationships/image" Target="../media/image93.png"/><Relationship Id="rId6" Type="http://schemas.openxmlformats.org/officeDocument/2006/relationships/image" Target="../media/image104.png"/><Relationship Id="rId7" Type="http://schemas.openxmlformats.org/officeDocument/2006/relationships/image" Target="../media/image100.png"/><Relationship Id="rId8" Type="http://schemas.openxmlformats.org/officeDocument/2006/relationships/image" Target="../media/image97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6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/Relationships>
</file>

<file path=ppt/slides/_rels/slide3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3.png"/><Relationship Id="rId10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9.bin"/><Relationship Id="rId9" Type="http://schemas.openxmlformats.org/officeDocument/2006/relationships/image" Target="../media/image107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png"/><Relationship Id="rId7" Type="http://schemas.openxmlformats.org/officeDocument/2006/relationships/image" Target="../media/image110.png"/><Relationship Id="rId8" Type="http://schemas.openxmlformats.org/officeDocument/2006/relationships/image" Target="../media/image131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5.png"/><Relationship Id="rId10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17.png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.png"/><Relationship Id="rId7" Type="http://schemas.openxmlformats.org/officeDocument/2006/relationships/image" Target="../media/image110.png"/><Relationship Id="rId8" Type="http://schemas.openxmlformats.org/officeDocument/2006/relationships/image" Target="../media/image123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2.png"/><Relationship Id="rId10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vmlDrawing" Target="../drawings/vmlDrawing11.vml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21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.png"/><Relationship Id="rId7" Type="http://schemas.openxmlformats.org/officeDocument/2006/relationships/image" Target="../media/image115.png"/><Relationship Id="rId8" Type="http://schemas.openxmlformats.org/officeDocument/2006/relationships/image" Target="../media/image109.png"/></Relationships>
</file>

<file path=ppt/slides/_rels/slide3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vmlDrawing" Target="../drawings/vmlDrawing12.vml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2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png"/><Relationship Id="rId7" Type="http://schemas.openxmlformats.org/officeDocument/2006/relationships/image" Target="../media/image124.png"/><Relationship Id="rId8" Type="http://schemas.openxmlformats.org/officeDocument/2006/relationships/image" Target="../media/image119.pn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7.png"/><Relationship Id="rId10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vmlDrawing" Target="../drawings/vmlDrawing13.vml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26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png"/><Relationship Id="rId7" Type="http://schemas.openxmlformats.org/officeDocument/2006/relationships/image" Target="../media/image129.png"/><Relationship Id="rId8" Type="http://schemas.openxmlformats.org/officeDocument/2006/relationships/image" Target="../media/image1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vmlDrawing" Target="../drawings/vmlDrawing14.vml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33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1.png"/><Relationship Id="rId7" Type="http://schemas.openxmlformats.org/officeDocument/2006/relationships/image" Target="../media/image136.png"/><Relationship Id="rId8" Type="http://schemas.openxmlformats.org/officeDocument/2006/relationships/image" Target="../media/image1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7.png"/><Relationship Id="rId4" Type="http://schemas.openxmlformats.org/officeDocument/2006/relationships/image" Target="../media/image1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vmlDrawing" Target="../drawings/vmlDrawing15.vml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33.png"/><Relationship Id="rId5" Type="http://schemas.openxmlformats.org/officeDocument/2006/relationships/oleObject" Target="../embeddings/oleObject15.bin"/><Relationship Id="rId6" Type="http://schemas.openxmlformats.org/officeDocument/2006/relationships/image" Target="../media/image1.png"/><Relationship Id="rId7" Type="http://schemas.openxmlformats.org/officeDocument/2006/relationships/image" Target="../media/image136.png"/><Relationship Id="rId8" Type="http://schemas.openxmlformats.org/officeDocument/2006/relationships/image" Target="../media/image1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7.png"/><Relationship Id="rId4" Type="http://schemas.openxmlformats.org/officeDocument/2006/relationships/image" Target="../media/image1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vmlDrawing" Target="../drawings/vmlDrawing16.vml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33.png"/><Relationship Id="rId5" Type="http://schemas.openxmlformats.org/officeDocument/2006/relationships/oleObject" Target="../embeddings/oleObject16.bin"/><Relationship Id="rId6" Type="http://schemas.openxmlformats.org/officeDocument/2006/relationships/image" Target="../media/image1.png"/><Relationship Id="rId7" Type="http://schemas.openxmlformats.org/officeDocument/2006/relationships/image" Target="../media/image136.png"/><Relationship Id="rId8" Type="http://schemas.openxmlformats.org/officeDocument/2006/relationships/image" Target="../media/image1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7.png"/><Relationship Id="rId4" Type="http://schemas.openxmlformats.org/officeDocument/2006/relationships/image" Target="../media/image1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vmlDrawing" Target="../drawings/vmlDrawing17.vml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47.png"/><Relationship Id="rId5" Type="http://schemas.openxmlformats.org/officeDocument/2006/relationships/oleObject" Target="../embeddings/oleObject17.bin"/><Relationship Id="rId6" Type="http://schemas.openxmlformats.org/officeDocument/2006/relationships/image" Target="../media/image1.png"/><Relationship Id="rId7" Type="http://schemas.openxmlformats.org/officeDocument/2006/relationships/image" Target="../media/image141.png"/><Relationship Id="rId8" Type="http://schemas.openxmlformats.org/officeDocument/2006/relationships/image" Target="../media/image1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4.png"/><Relationship Id="rId4" Type="http://schemas.openxmlformats.org/officeDocument/2006/relationships/image" Target="../media/image15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vmlDrawing" Target="../drawings/vmlDrawing18.vml"/><Relationship Id="rId4" Type="http://schemas.openxmlformats.org/officeDocument/2006/relationships/oleObject" Target="../embeddings/oleObject18.bin"/><Relationship Id="rId5" Type="http://schemas.openxmlformats.org/officeDocument/2006/relationships/oleObject" Target="../embeddings/oleObject18.bin"/><Relationship Id="rId6" Type="http://schemas.openxmlformats.org/officeDocument/2006/relationships/image" Target="../media/image1.png"/><Relationship Id="rId7" Type="http://schemas.openxmlformats.org/officeDocument/2006/relationships/image" Target="../media/image150.png"/><Relationship Id="rId8" Type="http://schemas.openxmlformats.org/officeDocument/2006/relationships/image" Target="../media/image160.png"/></Relationships>
</file>

<file path=ppt/slides/_rels/slide4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1.png"/><Relationship Id="rId10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vmlDrawing" Target="../drawings/vmlDrawing19.vml"/><Relationship Id="rId4" Type="http://schemas.openxmlformats.org/officeDocument/2006/relationships/oleObject" Target="../embeddings/oleObject19.bin"/><Relationship Id="rId9" Type="http://schemas.openxmlformats.org/officeDocument/2006/relationships/image" Target="../media/image153.png"/><Relationship Id="rId5" Type="http://schemas.openxmlformats.org/officeDocument/2006/relationships/oleObject" Target="../embeddings/oleObject19.bin"/><Relationship Id="rId6" Type="http://schemas.openxmlformats.org/officeDocument/2006/relationships/image" Target="../media/image1.png"/><Relationship Id="rId7" Type="http://schemas.openxmlformats.org/officeDocument/2006/relationships/image" Target="../media/image146.png"/><Relationship Id="rId8" Type="http://schemas.openxmlformats.org/officeDocument/2006/relationships/image" Target="../media/image1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vmlDrawing" Target="../drawings/vmlDrawing20.vml"/><Relationship Id="rId4" Type="http://schemas.openxmlformats.org/officeDocument/2006/relationships/oleObject" Target="../embeddings/oleObject20.bin"/><Relationship Id="rId5" Type="http://schemas.openxmlformats.org/officeDocument/2006/relationships/oleObject" Target="../embeddings/oleObject20.bin"/><Relationship Id="rId6" Type="http://schemas.openxmlformats.org/officeDocument/2006/relationships/image" Target="../media/image1.png"/><Relationship Id="rId7" Type="http://schemas.openxmlformats.org/officeDocument/2006/relationships/image" Target="../media/image159.png"/><Relationship Id="rId8" Type="http://schemas.openxmlformats.org/officeDocument/2006/relationships/image" Target="../media/image170.png"/></Relationships>
</file>

<file path=ppt/slides/_rels/slide5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1.png"/><Relationship Id="rId10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vmlDrawing" Target="../drawings/vmlDrawing21.vml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53.png"/><Relationship Id="rId5" Type="http://schemas.openxmlformats.org/officeDocument/2006/relationships/oleObject" Target="../embeddings/oleObject21.bin"/><Relationship Id="rId6" Type="http://schemas.openxmlformats.org/officeDocument/2006/relationships/image" Target="../media/image1.png"/><Relationship Id="rId7" Type="http://schemas.openxmlformats.org/officeDocument/2006/relationships/image" Target="../media/image146.png"/><Relationship Id="rId8" Type="http://schemas.openxmlformats.org/officeDocument/2006/relationships/image" Target="../media/image14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vmlDrawing" Target="../drawings/vmlDrawing22.vml"/><Relationship Id="rId4" Type="http://schemas.openxmlformats.org/officeDocument/2006/relationships/oleObject" Target="../embeddings/oleObject22.bin"/><Relationship Id="rId5" Type="http://schemas.openxmlformats.org/officeDocument/2006/relationships/oleObject" Target="../embeddings/oleObject22.bin"/><Relationship Id="rId6" Type="http://schemas.openxmlformats.org/officeDocument/2006/relationships/image" Target="../media/image1.png"/><Relationship Id="rId7" Type="http://schemas.openxmlformats.org/officeDocument/2006/relationships/image" Target="../media/image159.png"/><Relationship Id="rId8" Type="http://schemas.openxmlformats.org/officeDocument/2006/relationships/image" Target="../media/image170.png"/></Relationships>
</file>

<file path=ppt/slides/_rels/slide5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1.png"/><Relationship Id="rId10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vmlDrawing" Target="../drawings/vmlDrawing23.vml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53.png"/><Relationship Id="rId5" Type="http://schemas.openxmlformats.org/officeDocument/2006/relationships/oleObject" Target="../embeddings/oleObject23.bin"/><Relationship Id="rId6" Type="http://schemas.openxmlformats.org/officeDocument/2006/relationships/image" Target="../media/image1.png"/><Relationship Id="rId7" Type="http://schemas.openxmlformats.org/officeDocument/2006/relationships/image" Target="../media/image146.png"/><Relationship Id="rId8" Type="http://schemas.openxmlformats.org/officeDocument/2006/relationships/image" Target="../media/image1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vmlDrawing" Target="../drawings/vmlDrawing24.vml"/><Relationship Id="rId4" Type="http://schemas.openxmlformats.org/officeDocument/2006/relationships/oleObject" Target="../embeddings/oleObject24.bin"/><Relationship Id="rId5" Type="http://schemas.openxmlformats.org/officeDocument/2006/relationships/oleObject" Target="../embeddings/oleObject24.bin"/><Relationship Id="rId6" Type="http://schemas.openxmlformats.org/officeDocument/2006/relationships/image" Target="../media/image1.png"/><Relationship Id="rId7" Type="http://schemas.openxmlformats.org/officeDocument/2006/relationships/image" Target="../media/image159.png"/><Relationship Id="rId8" Type="http://schemas.openxmlformats.org/officeDocument/2006/relationships/image" Target="../media/image17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66.png"/><Relationship Id="rId4" Type="http://schemas.openxmlformats.org/officeDocument/2006/relationships/image" Target="../media/image169.png"/><Relationship Id="rId5" Type="http://schemas.openxmlformats.org/officeDocument/2006/relationships/image" Target="../media/image164.png"/><Relationship Id="rId6" Type="http://schemas.openxmlformats.org/officeDocument/2006/relationships/image" Target="../media/image16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8.png"/><Relationship Id="rId4" Type="http://schemas.openxmlformats.org/officeDocument/2006/relationships/image" Target="../media/image16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vmlDrawing" Target="../drawings/vmlDrawing25.vml"/><Relationship Id="rId4" Type="http://schemas.openxmlformats.org/officeDocument/2006/relationships/oleObject" Target="../embeddings/oleObject25.bin"/><Relationship Id="rId5" Type="http://schemas.openxmlformats.org/officeDocument/2006/relationships/oleObject" Target="../embeddings/oleObject25.bin"/><Relationship Id="rId6" Type="http://schemas.openxmlformats.org/officeDocument/2006/relationships/image" Target="../media/image1.png"/><Relationship Id="rId7" Type="http://schemas.openxmlformats.org/officeDocument/2006/relationships/image" Target="../media/image172.png"/><Relationship Id="rId8" Type="http://schemas.openxmlformats.org/officeDocument/2006/relationships/image" Target="../media/image16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7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73.png"/><Relationship Id="rId4" Type="http://schemas.openxmlformats.org/officeDocument/2006/relationships/image" Target="../media/image17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7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7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73.png"/><Relationship Id="rId4" Type="http://schemas.openxmlformats.org/officeDocument/2006/relationships/image" Target="../media/image17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7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73.png"/><Relationship Id="rId4" Type="http://schemas.openxmlformats.org/officeDocument/2006/relationships/image" Target="../media/image17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7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7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79.png"/><Relationship Id="rId4" Type="http://schemas.openxmlformats.org/officeDocument/2006/relationships/image" Target="../media/image180.png"/><Relationship Id="rId5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sz="1800" u="none" cap="none" strike="noStrike"/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16683" y="1602671"/>
            <a:ext cx="668234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 ВЕС цена за 1 кг без номера на весах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 ВЕС цена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 ВЕС цена за 100 гр без номера на весах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 ВЕС цена за 100 гр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A_Z_НОВ_НЦ_6х6 - Детский регулярный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24708" y="5636437"/>
            <a:ext cx="2174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 ВЕС цена за 1 кг без номера на весах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9491" y="3440606"/>
            <a:ext cx="2182988" cy="218298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683" y="3440606"/>
            <a:ext cx="2182988" cy="218298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3" y="3440606"/>
            <a:ext cx="2182988" cy="218298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" name="Google Shape;96;p1"/>
          <p:cNvSpPr/>
          <p:nvPr/>
        </p:nvSpPr>
        <p:spPr>
          <a:xfrm>
            <a:off x="2774627" y="5636437"/>
            <a:ext cx="19831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 ВЕС цена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5049491" y="5671734"/>
            <a:ext cx="21829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417509" y="5644400"/>
            <a:ext cx="2251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 ВЕС цена за 100 гр без номера на весах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1061" y="422032"/>
            <a:ext cx="2225633" cy="222563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6639" y="3440606"/>
            <a:ext cx="2203794" cy="220379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21061" y="3440606"/>
            <a:ext cx="2182988" cy="218298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"/>
          <p:cNvSpPr/>
          <p:nvPr/>
        </p:nvSpPr>
        <p:spPr>
          <a:xfrm>
            <a:off x="9789028" y="5644400"/>
            <a:ext cx="20169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 ВЕС цена за 100 гр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9853094" y="2693187"/>
            <a:ext cx="22202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Детский регулярный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366230" y="6478157"/>
            <a:ext cx="884354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Тип выкладки (Штуки, Короб, Лоток) – на ценник выводится в том случае, если данное значение  стоит в системе. Обозначение на ценнике: </a:t>
            </a:r>
            <a:endParaRPr b="0" i="1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816164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ш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517781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л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9219398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p2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 ТОП / СТОЛОТО</a:t>
                      </a:r>
                      <a:endParaRPr sz="1800" u="none" cap="none" strike="noStrike"/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2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485016" y="1596163"/>
            <a:ext cx="4225837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 ТОП 1000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регулярный_СТОЛОТО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10811" y="5644238"/>
            <a:ext cx="29334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 ТОП 1000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5838" y="2634600"/>
            <a:ext cx="2933426" cy="293342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683" y="2640472"/>
            <a:ext cx="2927554" cy="292755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2"/>
          <p:cNvSpPr/>
          <p:nvPr/>
        </p:nvSpPr>
        <p:spPr>
          <a:xfrm>
            <a:off x="3675838" y="5644238"/>
            <a:ext cx="29334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регулярный_СТОЛОТО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3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23" name="Google Shape;123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4" name="Google Shape;12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41025" y="2078761"/>
            <a:ext cx="3884823" cy="194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ГМ_6_12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16683" y="2007655"/>
            <a:ext cx="2899255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ГМ_6х12_регулярный - 100г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ГМ_6х12_регулярный - 1кг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ГМ_6х12_регулярный - 1шт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8">
            <a:alphaModFix/>
          </a:blip>
          <a:srcRect b="0" l="0" r="0" t="2481"/>
          <a:stretch/>
        </p:blipFill>
        <p:spPr>
          <a:xfrm>
            <a:off x="8031125" y="4044464"/>
            <a:ext cx="3873007" cy="1894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55336" y="4019769"/>
            <a:ext cx="3859963" cy="1933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45651" y="2093634"/>
            <a:ext cx="3840005" cy="1906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2310" y="4033629"/>
            <a:ext cx="3838912" cy="19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416683" y="3165452"/>
            <a:ext cx="354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* Для весовых ценников кнопка на весах печатается автоматически, при ее наличии </a:t>
            </a:r>
            <a:endParaRPr b="0" i="1" sz="1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32" name="Google Shape;132;p3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sz="1800" u="none" cap="none" strike="noStrike"/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3"/>
          <p:cNvSpPr/>
          <p:nvPr/>
        </p:nvSpPr>
        <p:spPr>
          <a:xfrm>
            <a:off x="4155336" y="5982567"/>
            <a:ext cx="25276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ГМ_6х12_регулярный - 1кг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С кнопкой / без кнопки*</a:t>
            </a:r>
            <a:endParaRPr b="0" i="1" sz="12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8095410" y="5981845"/>
            <a:ext cx="26520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ГМ_6х12_регулярный - 100г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С кнопкой / без кнопки*</a:t>
            </a: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0844" y="5997667"/>
            <a:ext cx="26431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ГМ_6х12_регулярный - 1шт</a:t>
            </a:r>
            <a:endParaRPr b="1" i="0" sz="12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p4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41" name="Google Shape;141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2" name="Google Shape;14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0594" y="1787835"/>
            <a:ext cx="2768041" cy="19442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43" name="Google Shape;143;p4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4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ГМ_А5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85016" y="1787835"/>
            <a:ext cx="480131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ГМ_А5_регулярный - 100 гр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ГМ_А5_регулярный - 100 гр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ГМ_А5_регулярный - 1кг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ГМ_А5_регулярный - 1кг без номера кнопки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ГМ_А5_регулярный - 1шт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ГМ_А5_регулярный_детский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345393" y="6174130"/>
            <a:ext cx="25276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ГМ_А5_регулярный - 1кг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85016" y="6166614"/>
            <a:ext cx="2652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ГМ_А5_регулярный - 1кг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050482" y="3732092"/>
            <a:ext cx="26431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ГМ_А5_регулярный - 1шт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9047005" y="6166615"/>
            <a:ext cx="29319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ГМ_А5_регулярный - 100 гр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186628" y="6174130"/>
            <a:ext cx="2652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ГМ_А5_регулярный - 100 гр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070594" y="3750896"/>
            <a:ext cx="26520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ГМ_А5_регулярный_детский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37041" y="4186283"/>
            <a:ext cx="2717710" cy="194023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40128" y="4175112"/>
            <a:ext cx="2793126" cy="195140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8978" y="1787835"/>
            <a:ext cx="2806203" cy="191473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4"/>
          <p:cNvPicPr preferRelativeResize="0"/>
          <p:nvPr/>
        </p:nvPicPr>
        <p:blipFill rotWithShape="1">
          <a:blip r:embed="rId11">
            <a:alphaModFix/>
          </a:blip>
          <a:srcRect b="0" l="49598" r="0" t="0"/>
          <a:stretch/>
        </p:blipFill>
        <p:spPr>
          <a:xfrm>
            <a:off x="514880" y="4175111"/>
            <a:ext cx="2733949" cy="19640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4"/>
          <p:cNvPicPr preferRelativeResize="0"/>
          <p:nvPr/>
        </p:nvPicPr>
        <p:blipFill rotWithShape="1">
          <a:blip r:embed="rId11">
            <a:alphaModFix/>
          </a:blip>
          <a:srcRect b="0" l="0" r="50434" t="0"/>
          <a:stretch/>
        </p:blipFill>
        <p:spPr>
          <a:xfrm>
            <a:off x="6216482" y="4175112"/>
            <a:ext cx="2688645" cy="19640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5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61" name="Google Shape;161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Google Shape;162;p5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5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16683" y="1487973"/>
            <a:ext cx="4896462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 кг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100г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402242" y="5559704"/>
            <a:ext cx="17460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4867" y="3030592"/>
            <a:ext cx="1746068" cy="246888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87491" y="3030592"/>
            <a:ext cx="1746068" cy="246888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8" name="Google Shape;16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9617" y="3030592"/>
            <a:ext cx="1746069" cy="246888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9" name="Google Shape;169;p5"/>
          <p:cNvGrpSpPr/>
          <p:nvPr/>
        </p:nvGrpSpPr>
        <p:grpSpPr>
          <a:xfrm>
            <a:off x="2402242" y="3030592"/>
            <a:ext cx="1746069" cy="2468880"/>
            <a:chOff x="2402242" y="3030592"/>
            <a:chExt cx="1746069" cy="2468880"/>
          </a:xfrm>
        </p:grpSpPr>
        <p:pic>
          <p:nvPicPr>
            <p:cNvPr id="170" name="Google Shape;170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402242" y="3030592"/>
              <a:ext cx="1746069" cy="246888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1" name="Google Shape;171;p5"/>
            <p:cNvSpPr/>
            <p:nvPr/>
          </p:nvSpPr>
          <p:spPr>
            <a:xfrm>
              <a:off x="2461785" y="4023360"/>
              <a:ext cx="1642786" cy="2416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5"/>
          <p:cNvSpPr/>
          <p:nvPr/>
        </p:nvSpPr>
        <p:spPr>
          <a:xfrm>
            <a:off x="509616" y="5572572"/>
            <a:ext cx="1746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294867" y="5551157"/>
            <a:ext cx="1746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187491" y="5583414"/>
            <a:ext cx="17460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5"/>
          <p:cNvGrpSpPr/>
          <p:nvPr/>
        </p:nvGrpSpPr>
        <p:grpSpPr>
          <a:xfrm>
            <a:off x="8080115" y="3030592"/>
            <a:ext cx="1746068" cy="2468880"/>
            <a:chOff x="8035870" y="3030592"/>
            <a:chExt cx="1746068" cy="2468880"/>
          </a:xfrm>
        </p:grpSpPr>
        <p:pic>
          <p:nvPicPr>
            <p:cNvPr id="176" name="Google Shape;176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035870" y="3030592"/>
              <a:ext cx="1746068" cy="246888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77" name="Google Shape;177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078283" y="4031283"/>
              <a:ext cx="1657581" cy="2572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5"/>
          <p:cNvSpPr/>
          <p:nvPr/>
        </p:nvSpPr>
        <p:spPr>
          <a:xfrm>
            <a:off x="8034038" y="5583414"/>
            <a:ext cx="1746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Google Shape;183;p6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6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16683" y="1600467"/>
            <a:ext cx="4957511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 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100г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21985" y="6053955"/>
            <a:ext cx="28602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5668" y="1406158"/>
            <a:ext cx="2850637" cy="200805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4081" y="3967660"/>
            <a:ext cx="2858643" cy="20136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675" y="3967660"/>
            <a:ext cx="2837259" cy="201370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5668" y="3967659"/>
            <a:ext cx="2858643" cy="20136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6"/>
          <p:cNvSpPr/>
          <p:nvPr/>
        </p:nvSpPr>
        <p:spPr>
          <a:xfrm>
            <a:off x="3242437" y="6053955"/>
            <a:ext cx="28602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4715" y="4623395"/>
            <a:ext cx="2734057" cy="30484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6204236" y="6053955"/>
            <a:ext cx="28602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9175668" y="6053954"/>
            <a:ext cx="28602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166037" y="3414217"/>
            <a:ext cx="28602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6"/>
          <p:cNvGrpSpPr/>
          <p:nvPr/>
        </p:nvGrpSpPr>
        <p:grpSpPr>
          <a:xfrm>
            <a:off x="3313878" y="3967660"/>
            <a:ext cx="2837259" cy="2013700"/>
            <a:chOff x="3313878" y="3967660"/>
            <a:chExt cx="2837259" cy="2013700"/>
          </a:xfrm>
        </p:grpSpPr>
        <p:pic>
          <p:nvPicPr>
            <p:cNvPr id="197" name="Google Shape;197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13878" y="3967660"/>
              <a:ext cx="2837259" cy="201370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8" name="Google Shape;198;p6"/>
            <p:cNvSpPr/>
            <p:nvPr/>
          </p:nvSpPr>
          <p:spPr>
            <a:xfrm>
              <a:off x="3359217" y="4610501"/>
              <a:ext cx="2762450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7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203" name="Google Shape;203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Google Shape;204;p7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7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16683" y="1634241"/>
            <a:ext cx="7100648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370833" y="5791786"/>
            <a:ext cx="17460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6683" y="5792504"/>
            <a:ext cx="1746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311365" y="5791786"/>
            <a:ext cx="1746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206047" y="5788817"/>
            <a:ext cx="17460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251897" y="5788817"/>
            <a:ext cx="17460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46166" y="3259921"/>
            <a:ext cx="1785898" cy="253186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18739" y="3259923"/>
            <a:ext cx="1785898" cy="253186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" name="Google Shape;21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6285" y="3259921"/>
            <a:ext cx="1785898" cy="253186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99804" y="3259921"/>
            <a:ext cx="1785898" cy="253186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16" name="Google Shape;216;p7"/>
          <p:cNvGrpSpPr/>
          <p:nvPr/>
        </p:nvGrpSpPr>
        <p:grpSpPr>
          <a:xfrm>
            <a:off x="8222205" y="3259922"/>
            <a:ext cx="1785898" cy="2531865"/>
            <a:chOff x="6257095" y="3019290"/>
            <a:chExt cx="1785898" cy="2531865"/>
          </a:xfrm>
        </p:grpSpPr>
        <p:pic>
          <p:nvPicPr>
            <p:cNvPr id="217" name="Google Shape;21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257095" y="3019290"/>
              <a:ext cx="1785898" cy="2531865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18" name="Google Shape;218;p7"/>
            <p:cNvSpPr/>
            <p:nvPr/>
          </p:nvSpPr>
          <p:spPr>
            <a:xfrm>
              <a:off x="6257095" y="3927107"/>
              <a:ext cx="1731873" cy="22138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8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223" name="Google Shape;223;p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4" name="Google Shape;22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6934" y="4184759"/>
            <a:ext cx="2857734" cy="206167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225" name="Google Shape;225;p8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8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16683" y="1737033"/>
            <a:ext cx="7187275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 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93089" y="6198460"/>
            <a:ext cx="2862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52722" y="1623947"/>
            <a:ext cx="2867650" cy="203093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72542" y="4171831"/>
            <a:ext cx="2861570" cy="202662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10619" y="4184760"/>
            <a:ext cx="2843314" cy="201370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8"/>
          <p:cNvSpPr/>
          <p:nvPr/>
        </p:nvSpPr>
        <p:spPr>
          <a:xfrm>
            <a:off x="6219884" y="6198460"/>
            <a:ext cx="28515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9167177" y="6198460"/>
            <a:ext cx="28515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195814" y="6198460"/>
            <a:ext cx="28625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9152722" y="3671614"/>
            <a:ext cx="28515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8"/>
          <p:cNvGrpSpPr/>
          <p:nvPr/>
        </p:nvGrpSpPr>
        <p:grpSpPr>
          <a:xfrm>
            <a:off x="9152722" y="4155099"/>
            <a:ext cx="2861570" cy="2026629"/>
            <a:chOff x="9152722" y="4155099"/>
            <a:chExt cx="2861570" cy="2026629"/>
          </a:xfrm>
        </p:grpSpPr>
        <p:pic>
          <p:nvPicPr>
            <p:cNvPr id="237" name="Google Shape;237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152722" y="4155099"/>
              <a:ext cx="2861570" cy="2026629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8" name="Google Shape;238;p8"/>
            <p:cNvSpPr/>
            <p:nvPr/>
          </p:nvSpPr>
          <p:spPr>
            <a:xfrm>
              <a:off x="9186427" y="4629752"/>
              <a:ext cx="2806650" cy="23100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Google Shape;243;p9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243" name="Google Shape;243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" name="Google Shape;244;p9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9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85016" y="1648895"/>
            <a:ext cx="7100648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100г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430161" y="5839526"/>
            <a:ext cx="18434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63408" y="3210958"/>
            <a:ext cx="1843474" cy="261760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9" name="Google Shape;249;p9"/>
          <p:cNvSpPr/>
          <p:nvPr/>
        </p:nvSpPr>
        <p:spPr>
          <a:xfrm>
            <a:off x="416683" y="5828560"/>
            <a:ext cx="18434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2506264" y="5830360"/>
            <a:ext cx="18434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39319" y="5839526"/>
            <a:ext cx="18434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495835" y="5809063"/>
            <a:ext cx="18434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9621" y="3210958"/>
            <a:ext cx="1849443" cy="262195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54" name="Google Shape;254;p9"/>
          <p:cNvGrpSpPr/>
          <p:nvPr/>
        </p:nvGrpSpPr>
        <p:grpSpPr>
          <a:xfrm>
            <a:off x="8495835" y="3223437"/>
            <a:ext cx="1840357" cy="2616089"/>
            <a:chOff x="6257095" y="3019290"/>
            <a:chExt cx="1785898" cy="2531865"/>
          </a:xfrm>
        </p:grpSpPr>
        <p:pic>
          <p:nvPicPr>
            <p:cNvPr id="255" name="Google Shape;255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257095" y="3019290"/>
              <a:ext cx="1785898" cy="2531865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6" name="Google Shape;256;p9"/>
            <p:cNvSpPr/>
            <p:nvPr/>
          </p:nvSpPr>
          <p:spPr>
            <a:xfrm>
              <a:off x="6257095" y="3927107"/>
              <a:ext cx="1731873" cy="22138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7" name="Google Shape;257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487" y="3205214"/>
            <a:ext cx="1836674" cy="260385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" name="Google Shape;25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59358" y="3205214"/>
            <a:ext cx="1836673" cy="260384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3" name="Google Shape;263;p10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10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85016" y="1801285"/>
            <a:ext cx="682585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 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100г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60871" y="6217583"/>
            <a:ext cx="2862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207698" y="6217583"/>
            <a:ext cx="28625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9115695" y="3564612"/>
            <a:ext cx="2862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9115696" y="6217582"/>
            <a:ext cx="28625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100г без кнопки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161697" y="6217583"/>
            <a:ext cx="2862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199" y="4101213"/>
            <a:ext cx="2791237" cy="201370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2" name="Google Shape;2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5927" y="1533677"/>
            <a:ext cx="2867650" cy="203093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3" name="Google Shape;27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8002" y="4101212"/>
            <a:ext cx="2861570" cy="202662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4" name="Google Shape;27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2047" y="4101212"/>
            <a:ext cx="2843314" cy="201370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75" name="Google Shape;275;p10"/>
          <p:cNvGrpSpPr/>
          <p:nvPr/>
        </p:nvGrpSpPr>
        <p:grpSpPr>
          <a:xfrm>
            <a:off x="9139927" y="4088283"/>
            <a:ext cx="2861570" cy="2026629"/>
            <a:chOff x="9139927" y="4088283"/>
            <a:chExt cx="2861570" cy="2026629"/>
          </a:xfrm>
        </p:grpSpPr>
        <p:pic>
          <p:nvPicPr>
            <p:cNvPr id="276" name="Google Shape;27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39927" y="4088283"/>
              <a:ext cx="2861570" cy="2026629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7" name="Google Shape;277;p10"/>
            <p:cNvSpPr/>
            <p:nvPr/>
          </p:nvSpPr>
          <p:spPr>
            <a:xfrm>
              <a:off x="9186427" y="4581627"/>
              <a:ext cx="2806650" cy="23100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Google Shape;282;p11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283" name="Google Shape;283;p11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ГМ_МНЦ_1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16683" y="1820497"/>
            <a:ext cx="3676006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A_МНЦ_белый_регулярный_время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A_МНЦ_белый_дата_100г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A_МНЦ_желтый (выпечка)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A_МНЦ_зеленый (овощи-фрукты)_вес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A_МНЦ_зеленый (овощи-фрукты)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781247" y="4044625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A_МНЦ_белый_регулярный_время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781247" y="6162671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A_МНЦ_белый_дата_100г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1247" y="2335950"/>
            <a:ext cx="4841148" cy="171172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8" name="Google Shape;2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1247" y="4440492"/>
            <a:ext cx="4870711" cy="172217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9" name="Google Shape;28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016" y="4440492"/>
            <a:ext cx="4870708" cy="172217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0" name="Google Shape;290;p11"/>
          <p:cNvSpPr/>
          <p:nvPr/>
        </p:nvSpPr>
        <p:spPr>
          <a:xfrm>
            <a:off x="485016" y="6162670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A_МНЦ_желтый (выпечка)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12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Регулярная полочная цена (РПЦ)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p12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ГМ_МНЦ_2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16683" y="3786563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A_МНЦ_зеленый (овощи-фрукты)_вес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146" y="1950115"/>
            <a:ext cx="5193889" cy="18364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9" name="Google Shape;29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016" y="4514172"/>
            <a:ext cx="5193888" cy="18364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0" name="Google Shape;300;p12"/>
          <p:cNvSpPr/>
          <p:nvPr/>
        </p:nvSpPr>
        <p:spPr>
          <a:xfrm>
            <a:off x="485015" y="6327805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A_МНЦ_зеленый (овощи-фрукты)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" name="Google Shape;305;p13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13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16683" y="1533503"/>
            <a:ext cx="511710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акция - 1 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акция - 1 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A_Z_НОВ_НЦ_6х6 - акция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акция - 100 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акция - 100 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A_Z_НОВ_НЦ_6х6 - Детский Акция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719820" y="5928821"/>
            <a:ext cx="214268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акция - 1 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8072" y="3677918"/>
            <a:ext cx="2221474" cy="22214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0" name="Google Shape;3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016" y="3680981"/>
            <a:ext cx="2221474" cy="22214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1" name="Google Shape;31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6261" y="3677918"/>
            <a:ext cx="2221474" cy="22214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2" name="Google Shape;312;p13"/>
          <p:cNvSpPr/>
          <p:nvPr/>
        </p:nvSpPr>
        <p:spPr>
          <a:xfrm>
            <a:off x="427778" y="5946331"/>
            <a:ext cx="214268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A_Z_НОВ_НЦ_6х6 - акция - 1 кг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035478" y="5940896"/>
            <a:ext cx="23115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акция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7418299" y="5926227"/>
            <a:ext cx="21372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акция - 100 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5616" y="747853"/>
            <a:ext cx="2215817" cy="221581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6" name="Google Shape;31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4558" y="3680981"/>
            <a:ext cx="2215817" cy="221581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7" name="Google Shape;31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45616" y="3680981"/>
            <a:ext cx="2215817" cy="221581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8" name="Google Shape;318;p13"/>
          <p:cNvSpPr/>
          <p:nvPr/>
        </p:nvSpPr>
        <p:spPr>
          <a:xfrm>
            <a:off x="9697995" y="5940896"/>
            <a:ext cx="23110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акция - 100 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9745616" y="3010831"/>
            <a:ext cx="23437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Детский Акция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366230" y="6478157"/>
            <a:ext cx="884354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Тип выкладки (Штуки, Короб, Лоток) – на ценник выводится в том случае, если данное значение  стоит в системе. Обозначение на ценнике: </a:t>
            </a:r>
            <a:endParaRPr b="0" i="1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816164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ш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9517781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л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219398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" name="Google Shape;328;p14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329" name="Google Shape;329;p14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ГМ_6*12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16683" y="2223392"/>
            <a:ext cx="3048412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ГМ_6х12_акция - 100г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ГМ_6х12_акция - 1кг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ГМ_6х12_акция - 1шт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174377" y="6003307"/>
            <a:ext cx="35477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ГМ_6х12_акция - 100г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С кнопкой / без кнопки*</a:t>
            </a:r>
            <a:endParaRPr b="0" i="1" sz="12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7914115" y="6003307"/>
            <a:ext cx="35147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ГМ_6х12_акция - 1кг 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С кнопкой / без кнопки*</a:t>
            </a:r>
            <a:r>
              <a:rPr b="0" i="0" lang="ru-RU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332965" y="5996416"/>
            <a:ext cx="35147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ГМ_6х12_акция - 1шт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85016" y="3699683"/>
            <a:ext cx="1193532" cy="2791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4237265" y="3690995"/>
            <a:ext cx="1193532" cy="2791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7914115" y="3690994"/>
            <a:ext cx="1193532" cy="2791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965" y="4199639"/>
            <a:ext cx="3594087" cy="177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4293" y="2223392"/>
            <a:ext cx="3562909" cy="17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5428" y="2236687"/>
            <a:ext cx="3562909" cy="176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4293" y="4186344"/>
            <a:ext cx="3562909" cy="177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9218" y="4199639"/>
            <a:ext cx="3562909" cy="176151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4"/>
          <p:cNvSpPr/>
          <p:nvPr/>
        </p:nvSpPr>
        <p:spPr>
          <a:xfrm>
            <a:off x="416683" y="3073973"/>
            <a:ext cx="35485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* Для весовых ценников кнопка на весах печатается автоматически, при ее наличии </a:t>
            </a:r>
            <a:endParaRPr b="0" i="1" sz="1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15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349" name="Google Shape;349;p15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ГМ_А5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416683" y="1746165"/>
            <a:ext cx="399570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ГМ_А5_акция - 100 гр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ГМ_А5_акция - 100 гр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ГМ_А5_акция - 1кг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ГМ_А5_акция - 1кг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ГМ_А5_акция - 1шт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ГМ_А5_акция_детский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9089610" y="3778997"/>
            <a:ext cx="27342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ГМ_А5_акция_детский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3285287" y="6135316"/>
            <a:ext cx="23963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ГМ_А5_акция - 1кг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478937" y="6139369"/>
            <a:ext cx="23963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ГМ_А5_акция - 1кг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6198188" y="3778997"/>
            <a:ext cx="27627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ГМ_А5_акция - 1шт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9089610" y="6143425"/>
            <a:ext cx="27342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ГМ_А5_акция - 100 гр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6198188" y="6143425"/>
            <a:ext cx="27416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ГМ_А5_акция - 100 гр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5"/>
          <p:cNvPicPr preferRelativeResize="0"/>
          <p:nvPr/>
        </p:nvPicPr>
        <p:blipFill rotWithShape="1">
          <a:blip r:embed="rId3">
            <a:alphaModFix/>
          </a:blip>
          <a:srcRect b="0" l="49237" r="0" t="0"/>
          <a:stretch/>
        </p:blipFill>
        <p:spPr>
          <a:xfrm>
            <a:off x="9089610" y="4190371"/>
            <a:ext cx="2798252" cy="194494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8" name="Google Shape;358;p15"/>
          <p:cNvPicPr preferRelativeResize="0"/>
          <p:nvPr/>
        </p:nvPicPr>
        <p:blipFill rotWithShape="1">
          <a:blip r:embed="rId3">
            <a:alphaModFix/>
          </a:blip>
          <a:srcRect b="0" l="0" r="50385" t="0"/>
          <a:stretch/>
        </p:blipFill>
        <p:spPr>
          <a:xfrm>
            <a:off x="6219263" y="4185165"/>
            <a:ext cx="2753683" cy="195826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9" name="Google Shape;359;p15"/>
          <p:cNvPicPr preferRelativeResize="0"/>
          <p:nvPr/>
        </p:nvPicPr>
        <p:blipFill rotWithShape="1">
          <a:blip r:embed="rId4">
            <a:alphaModFix/>
          </a:blip>
          <a:srcRect b="0" l="49415" r="0" t="0"/>
          <a:stretch/>
        </p:blipFill>
        <p:spPr>
          <a:xfrm>
            <a:off x="3328015" y="4198818"/>
            <a:ext cx="2753509" cy="197061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0" name="Google Shape;360;p15"/>
          <p:cNvPicPr preferRelativeResize="0"/>
          <p:nvPr/>
        </p:nvPicPr>
        <p:blipFill rotWithShape="1">
          <a:blip r:embed="rId4">
            <a:alphaModFix/>
          </a:blip>
          <a:srcRect b="0" l="0" r="50262" t="0"/>
          <a:stretch/>
        </p:blipFill>
        <p:spPr>
          <a:xfrm>
            <a:off x="548639" y="4203011"/>
            <a:ext cx="2665901" cy="194041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1" name="Google Shape;3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9263" y="1804919"/>
            <a:ext cx="2753683" cy="196048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2" name="Google Shape;36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89610" y="1799735"/>
            <a:ext cx="2798252" cy="197085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16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16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вертикаль_1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16683" y="1593101"/>
            <a:ext cx="4869346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вертикальный за 100г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728954" y="5925105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 шт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5242" y="3254635"/>
            <a:ext cx="1881455" cy="266031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2" name="Google Shape;3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8482" y="3244477"/>
            <a:ext cx="1888639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3" name="Google Shape;3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1722" y="3244477"/>
            <a:ext cx="1888639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4" name="Google Shape;3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002" y="3254635"/>
            <a:ext cx="1888639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5" name="Google Shape;375;p16"/>
          <p:cNvSpPr/>
          <p:nvPr/>
        </p:nvSpPr>
        <p:spPr>
          <a:xfrm>
            <a:off x="4709270" y="5930760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 кг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8184962" y="5925105"/>
            <a:ext cx="41062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 кг без кнопки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378;p16"/>
          <p:cNvGrpSpPr/>
          <p:nvPr/>
        </p:nvGrpSpPr>
        <p:grpSpPr>
          <a:xfrm>
            <a:off x="8184962" y="3244477"/>
            <a:ext cx="1888639" cy="2670470"/>
            <a:chOff x="485016" y="2667527"/>
            <a:chExt cx="1888639" cy="2670470"/>
          </a:xfrm>
        </p:grpSpPr>
        <p:pic>
          <p:nvPicPr>
            <p:cNvPr id="379" name="Google Shape;37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016" y="2667527"/>
              <a:ext cx="1888639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80" name="Google Shape;380;p16"/>
            <p:cNvSpPr/>
            <p:nvPr/>
          </p:nvSpPr>
          <p:spPr>
            <a:xfrm>
              <a:off x="485016" y="3782728"/>
              <a:ext cx="1888639" cy="2406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16"/>
          <p:cNvGrpSpPr/>
          <p:nvPr/>
        </p:nvGrpSpPr>
        <p:grpSpPr>
          <a:xfrm>
            <a:off x="10158202" y="3244477"/>
            <a:ext cx="1888639" cy="2670470"/>
            <a:chOff x="2458256" y="2667527"/>
            <a:chExt cx="1888639" cy="2670470"/>
          </a:xfrm>
        </p:grpSpPr>
        <p:pic>
          <p:nvPicPr>
            <p:cNvPr id="382" name="Google Shape;382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58256" y="2667527"/>
              <a:ext cx="1888639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83" name="Google Shape;383;p16"/>
            <p:cNvSpPr/>
            <p:nvPr/>
          </p:nvSpPr>
          <p:spPr>
            <a:xfrm>
              <a:off x="2508250" y="378272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17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389" name="Google Shape;389;p17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вертикаль_2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4725596" y="5257970"/>
            <a:ext cx="38097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100г без кнопки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" name="Google Shape;391;p17"/>
          <p:cNvGrpSpPr/>
          <p:nvPr/>
        </p:nvGrpSpPr>
        <p:grpSpPr>
          <a:xfrm>
            <a:off x="4657224" y="2582466"/>
            <a:ext cx="1888639" cy="2670470"/>
            <a:chOff x="4564855" y="2667527"/>
            <a:chExt cx="1888639" cy="2670470"/>
          </a:xfrm>
        </p:grpSpPr>
        <p:pic>
          <p:nvPicPr>
            <p:cNvPr id="392" name="Google Shape;39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64855" y="2667527"/>
              <a:ext cx="1888639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93" name="Google Shape;393;p17"/>
            <p:cNvSpPr/>
            <p:nvPr/>
          </p:nvSpPr>
          <p:spPr>
            <a:xfrm>
              <a:off x="4616998" y="379923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17"/>
          <p:cNvGrpSpPr/>
          <p:nvPr/>
        </p:nvGrpSpPr>
        <p:grpSpPr>
          <a:xfrm>
            <a:off x="6630464" y="2582466"/>
            <a:ext cx="1888639" cy="2670470"/>
            <a:chOff x="6538095" y="2667527"/>
            <a:chExt cx="1888639" cy="2670470"/>
          </a:xfrm>
        </p:grpSpPr>
        <p:pic>
          <p:nvPicPr>
            <p:cNvPr id="395" name="Google Shape;39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38095" y="2667527"/>
              <a:ext cx="1888639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96" name="Google Shape;396;p17"/>
            <p:cNvSpPr/>
            <p:nvPr/>
          </p:nvSpPr>
          <p:spPr>
            <a:xfrm>
              <a:off x="6590238" y="379923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97" name="Google Shape;3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582466"/>
            <a:ext cx="1888639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8" name="Google Shape;3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8256" y="2582466"/>
            <a:ext cx="1888639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9" name="Google Shape;399;p17"/>
          <p:cNvSpPr/>
          <p:nvPr/>
        </p:nvSpPr>
        <p:spPr>
          <a:xfrm>
            <a:off x="989640" y="5252936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вертикальный за 100г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5" name="Google Shape;405;p18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18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горизонт_1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6997567" y="386624"/>
            <a:ext cx="5091765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 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РПЦ/АПЦ горизонтальный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1575556" y="3800015"/>
            <a:ext cx="35287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 кг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1860728"/>
            <a:ext cx="2732411" cy="193928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0" name="Google Shape;4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9915" y="1860728"/>
            <a:ext cx="2732412" cy="193928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1" name="Google Shape;411;p18"/>
          <p:cNvSpPr/>
          <p:nvPr/>
        </p:nvSpPr>
        <p:spPr>
          <a:xfrm>
            <a:off x="6679730" y="3795583"/>
            <a:ext cx="45842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 кг без кнопки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p18"/>
          <p:cNvGrpSpPr/>
          <p:nvPr/>
        </p:nvGrpSpPr>
        <p:grpSpPr>
          <a:xfrm>
            <a:off x="9127790" y="1853485"/>
            <a:ext cx="2732412" cy="1939287"/>
            <a:chOff x="9132999" y="3531550"/>
            <a:chExt cx="2732412" cy="1939287"/>
          </a:xfrm>
        </p:grpSpPr>
        <p:pic>
          <p:nvPicPr>
            <p:cNvPr id="413" name="Google Shape;41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32999" y="3531550"/>
              <a:ext cx="2732412" cy="1939287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14" name="Google Shape;414;p18"/>
            <p:cNvSpPr/>
            <p:nvPr/>
          </p:nvSpPr>
          <p:spPr>
            <a:xfrm>
              <a:off x="9163049" y="4174624"/>
              <a:ext cx="2672312" cy="2598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18"/>
          <p:cNvGrpSpPr/>
          <p:nvPr/>
        </p:nvGrpSpPr>
        <p:grpSpPr>
          <a:xfrm>
            <a:off x="6239430" y="1853486"/>
            <a:ext cx="2732411" cy="1939287"/>
            <a:chOff x="6278099" y="3531550"/>
            <a:chExt cx="2732411" cy="1939287"/>
          </a:xfrm>
        </p:grpSpPr>
        <p:pic>
          <p:nvPicPr>
            <p:cNvPr id="416" name="Google Shape;41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78099" y="3531550"/>
              <a:ext cx="2732411" cy="1939287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17" name="Google Shape;417;p18"/>
            <p:cNvSpPr/>
            <p:nvPr/>
          </p:nvSpPr>
          <p:spPr>
            <a:xfrm>
              <a:off x="6292440" y="4174624"/>
              <a:ext cx="2672312" cy="2598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8" name="Google Shape;41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016" y="4117386"/>
            <a:ext cx="2754719" cy="19404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9" name="Google Shape;41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5992" y="4115915"/>
            <a:ext cx="2754719" cy="19404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0" name="Google Shape;42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9430" y="4126593"/>
            <a:ext cx="2754719" cy="19404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1" name="Google Shape;42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16637" y="4126175"/>
            <a:ext cx="2754719" cy="19404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2" name="Google Shape;422;p18"/>
          <p:cNvSpPr/>
          <p:nvPr/>
        </p:nvSpPr>
        <p:spPr>
          <a:xfrm>
            <a:off x="1621633" y="6081830"/>
            <a:ext cx="35287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100г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6859937" y="6078014"/>
            <a:ext cx="4513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100г без кнопки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280633" y="4780100"/>
            <a:ext cx="2672312" cy="2598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9157840" y="4783520"/>
            <a:ext cx="2672312" cy="2598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475249" y="6516475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1" name="Google Shape;431;p19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432" name="Google Shape;432;p19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горизонт_2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3" name="Google Shape;4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280321"/>
            <a:ext cx="2931664" cy="206513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4" name="Google Shape;4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0801" y="2272733"/>
            <a:ext cx="2923075" cy="205908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5" name="Google Shape;435;p19"/>
          <p:cNvSpPr/>
          <p:nvPr/>
        </p:nvSpPr>
        <p:spPr>
          <a:xfrm>
            <a:off x="1792275" y="4345458"/>
            <a:ext cx="35287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РПЦ/АПЦ горизонтальный за 1 шт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475249" y="6516475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1" name="Google Shape;441;p20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442" name="Google Shape;442;p20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вертикаль_1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416683" y="1582738"/>
            <a:ext cx="476996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вертикальный за 100г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676514" y="5939385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 шт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4515757" y="5939385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 кг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2785" y="3264346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7" name="Google Shape;4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4861" y="3259858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8" name="Google Shape;44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9764" y="3259858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9" name="Google Shape;44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116" y="3259858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0" name="Google Shape;450;p20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8355000" y="5939385"/>
            <a:ext cx="39518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 кг без кнопки*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2" name="Google Shape;452;p20"/>
          <p:cNvGrpSpPr/>
          <p:nvPr/>
        </p:nvGrpSpPr>
        <p:grpSpPr>
          <a:xfrm>
            <a:off x="8249014" y="3259858"/>
            <a:ext cx="1883665" cy="2670470"/>
            <a:chOff x="485016" y="2738592"/>
            <a:chExt cx="1883665" cy="2670470"/>
          </a:xfrm>
        </p:grpSpPr>
        <p:pic>
          <p:nvPicPr>
            <p:cNvPr id="453" name="Google Shape;45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016" y="2738592"/>
              <a:ext cx="1883665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54" name="Google Shape;454;p20"/>
            <p:cNvSpPr/>
            <p:nvPr/>
          </p:nvSpPr>
          <p:spPr>
            <a:xfrm>
              <a:off x="534672" y="369930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20"/>
          <p:cNvGrpSpPr/>
          <p:nvPr/>
        </p:nvGrpSpPr>
        <p:grpSpPr>
          <a:xfrm>
            <a:off x="10213916" y="3256136"/>
            <a:ext cx="1883665" cy="2670470"/>
            <a:chOff x="2496056" y="2738592"/>
            <a:chExt cx="1883665" cy="2670470"/>
          </a:xfrm>
        </p:grpSpPr>
        <p:pic>
          <p:nvPicPr>
            <p:cNvPr id="456" name="Google Shape;45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96056" y="2738592"/>
              <a:ext cx="1883665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57" name="Google Shape;457;p20"/>
            <p:cNvSpPr/>
            <p:nvPr/>
          </p:nvSpPr>
          <p:spPr>
            <a:xfrm>
              <a:off x="2545712" y="369930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вертикаль_2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4720997" y="5399717"/>
            <a:ext cx="42914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100г без кнопки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4" name="Google Shape;4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6586" y="2725813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65" name="Google Shape;465;p21"/>
          <p:cNvGrpSpPr/>
          <p:nvPr/>
        </p:nvGrpSpPr>
        <p:grpSpPr>
          <a:xfrm>
            <a:off x="4685546" y="2727511"/>
            <a:ext cx="1885092" cy="2672494"/>
            <a:chOff x="5102848" y="2740290"/>
            <a:chExt cx="1885092" cy="2672494"/>
          </a:xfrm>
        </p:grpSpPr>
        <p:pic>
          <p:nvPicPr>
            <p:cNvPr id="466" name="Google Shape;46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02848" y="2740290"/>
              <a:ext cx="1885092" cy="2672494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67" name="Google Shape;467;p21"/>
            <p:cNvSpPr/>
            <p:nvPr/>
          </p:nvSpPr>
          <p:spPr>
            <a:xfrm>
              <a:off x="5138299" y="369930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68" name="Google Shape;468;p21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469" name="Google Shape;469;p21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628090" y="5405340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вертикальный за 100г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148" y="2727511"/>
            <a:ext cx="1885092" cy="267249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72" name="Google Shape;472;p21"/>
          <p:cNvGrpSpPr/>
          <p:nvPr/>
        </p:nvGrpSpPr>
        <p:grpSpPr>
          <a:xfrm>
            <a:off x="2475970" y="2725813"/>
            <a:ext cx="1883665" cy="2670470"/>
            <a:chOff x="10222131" y="2882970"/>
            <a:chExt cx="1883665" cy="2670470"/>
          </a:xfrm>
        </p:grpSpPr>
        <p:pic>
          <p:nvPicPr>
            <p:cNvPr id="473" name="Google Shape;47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22131" y="2882970"/>
              <a:ext cx="1883665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74" name="Google Shape;47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71759" y="3857022"/>
              <a:ext cx="1777498" cy="2171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горизонт_1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7041937" y="216403"/>
            <a:ext cx="5034013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РПЦ/АПЦ горизонтальный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1566961" y="3669359"/>
            <a:ext cx="37147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 кг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535" y="4117640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3" name="Google Shape;4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5535" y="1734203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4" name="Google Shape;4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016" y="1734203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5" name="Google Shape;485;p22"/>
          <p:cNvSpPr/>
          <p:nvPr/>
        </p:nvSpPr>
        <p:spPr>
          <a:xfrm>
            <a:off x="7157439" y="3669358"/>
            <a:ext cx="43217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 кг без кнопки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3679" y="4117640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7" name="Google Shape;4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4198" y="4117640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8" name="Google Shape;488;p22"/>
          <p:cNvSpPr/>
          <p:nvPr/>
        </p:nvSpPr>
        <p:spPr>
          <a:xfrm>
            <a:off x="1458149" y="6039411"/>
            <a:ext cx="37147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100г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7041937" y="6039410"/>
            <a:ext cx="43602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100г без кнопки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0" name="Google Shape;490;p22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grpSp>
        <p:nvGrpSpPr>
          <p:cNvPr id="491" name="Google Shape;491;p22"/>
          <p:cNvGrpSpPr/>
          <p:nvPr/>
        </p:nvGrpSpPr>
        <p:grpSpPr>
          <a:xfrm>
            <a:off x="6363679" y="1734203"/>
            <a:ext cx="2732411" cy="1935156"/>
            <a:chOff x="6363679" y="2009485"/>
            <a:chExt cx="2732411" cy="1935156"/>
          </a:xfrm>
        </p:grpSpPr>
        <p:pic>
          <p:nvPicPr>
            <p:cNvPr id="492" name="Google Shape;492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63679" y="2009485"/>
              <a:ext cx="2732411" cy="1935156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93" name="Google Shape;493;p22"/>
            <p:cNvSpPr/>
            <p:nvPr/>
          </p:nvSpPr>
          <p:spPr>
            <a:xfrm>
              <a:off x="6421744" y="2459151"/>
              <a:ext cx="2626003" cy="2166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22"/>
          <p:cNvGrpSpPr/>
          <p:nvPr/>
        </p:nvGrpSpPr>
        <p:grpSpPr>
          <a:xfrm>
            <a:off x="9194198" y="1734203"/>
            <a:ext cx="2732411" cy="1935156"/>
            <a:chOff x="9194198" y="2009485"/>
            <a:chExt cx="2732411" cy="1935156"/>
          </a:xfrm>
        </p:grpSpPr>
        <p:pic>
          <p:nvPicPr>
            <p:cNvPr id="495" name="Google Shape;49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94198" y="2009485"/>
              <a:ext cx="2732411" cy="1935156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96" name="Google Shape;496;p22"/>
            <p:cNvSpPr/>
            <p:nvPr/>
          </p:nvSpPr>
          <p:spPr>
            <a:xfrm>
              <a:off x="9247401" y="2459151"/>
              <a:ext cx="2626003" cy="2166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7" name="Google Shape;497;p22"/>
          <p:cNvSpPr/>
          <p:nvPr/>
        </p:nvSpPr>
        <p:spPr>
          <a:xfrm>
            <a:off x="9247400" y="4555927"/>
            <a:ext cx="2626003" cy="2606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8" name="Google Shape;498;p22"/>
          <p:cNvGrpSpPr/>
          <p:nvPr/>
        </p:nvGrpSpPr>
        <p:grpSpPr>
          <a:xfrm>
            <a:off x="485016" y="4117640"/>
            <a:ext cx="2732411" cy="1935156"/>
            <a:chOff x="485016" y="4392922"/>
            <a:chExt cx="2732411" cy="1935156"/>
          </a:xfrm>
        </p:grpSpPr>
        <p:pic>
          <p:nvPicPr>
            <p:cNvPr id="499" name="Google Shape;499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5016" y="4392922"/>
              <a:ext cx="2732411" cy="1935156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00" name="Google Shape;500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4266" y="4831209"/>
              <a:ext cx="2657846" cy="2381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1" name="Google Shape;501;p22"/>
          <p:cNvSpPr/>
          <p:nvPr/>
        </p:nvSpPr>
        <p:spPr>
          <a:xfrm>
            <a:off x="416683" y="6467699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3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горизонт_2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1874140" y="4446534"/>
            <a:ext cx="4885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РПЦ/АПЦ горизонтальный за 1 шт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921" y="2184934"/>
            <a:ext cx="3051119" cy="216087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9" name="Google Shape;5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016" y="2184934"/>
            <a:ext cx="3051119" cy="216087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10" name="Google Shape;510;p23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511" name="Google Shape;511;p23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6" name="Google Shape;516;p24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517" name="Google Shape;517;p24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вертикаль_1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8" name="Google Shape;518;p24"/>
          <p:cNvSpPr/>
          <p:nvPr/>
        </p:nvSpPr>
        <p:spPr>
          <a:xfrm>
            <a:off x="416683" y="1582738"/>
            <a:ext cx="476996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вертикальный за 100г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676514" y="5939385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4515757" y="5939385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 кг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1" name="Google Shape;5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2785" y="3264346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2" name="Google Shape;5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4861" y="3259858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3" name="Google Shape;52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9764" y="3259858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4" name="Google Shape;52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116" y="3259858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5" name="Google Shape;525;p24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8355000" y="5939385"/>
            <a:ext cx="39518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 кг без кнопки*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7" name="Google Shape;527;p24"/>
          <p:cNvGrpSpPr/>
          <p:nvPr/>
        </p:nvGrpSpPr>
        <p:grpSpPr>
          <a:xfrm>
            <a:off x="8249014" y="3259858"/>
            <a:ext cx="1883665" cy="2670470"/>
            <a:chOff x="485016" y="2738592"/>
            <a:chExt cx="1883665" cy="2670470"/>
          </a:xfrm>
        </p:grpSpPr>
        <p:pic>
          <p:nvPicPr>
            <p:cNvPr id="528" name="Google Shape;52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5016" y="2738592"/>
              <a:ext cx="1883665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29" name="Google Shape;529;p24"/>
            <p:cNvSpPr/>
            <p:nvPr/>
          </p:nvSpPr>
          <p:spPr>
            <a:xfrm>
              <a:off x="534672" y="369930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0" name="Google Shape;530;p24"/>
          <p:cNvGrpSpPr/>
          <p:nvPr/>
        </p:nvGrpSpPr>
        <p:grpSpPr>
          <a:xfrm>
            <a:off x="10213916" y="3256136"/>
            <a:ext cx="1883665" cy="2670470"/>
            <a:chOff x="2496056" y="2738592"/>
            <a:chExt cx="1883665" cy="2670470"/>
          </a:xfrm>
        </p:grpSpPr>
        <p:pic>
          <p:nvPicPr>
            <p:cNvPr id="531" name="Google Shape;531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96056" y="2738592"/>
              <a:ext cx="1883665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32" name="Google Shape;532;p24"/>
            <p:cNvSpPr/>
            <p:nvPr/>
          </p:nvSpPr>
          <p:spPr>
            <a:xfrm>
              <a:off x="2545712" y="369930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5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вертикаль_2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4720997" y="5399717"/>
            <a:ext cx="42914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100г без кнопки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9" name="Google Shape;5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6586" y="2725813"/>
            <a:ext cx="1883665" cy="26704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540" name="Google Shape;540;p25"/>
          <p:cNvGrpSpPr/>
          <p:nvPr/>
        </p:nvGrpSpPr>
        <p:grpSpPr>
          <a:xfrm>
            <a:off x="4685546" y="2727511"/>
            <a:ext cx="1885092" cy="2672494"/>
            <a:chOff x="5102848" y="2740290"/>
            <a:chExt cx="1885092" cy="2672494"/>
          </a:xfrm>
        </p:grpSpPr>
        <p:pic>
          <p:nvPicPr>
            <p:cNvPr id="541" name="Google Shape;541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02848" y="2740290"/>
              <a:ext cx="1885092" cy="2672494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42" name="Google Shape;542;p25"/>
            <p:cNvSpPr/>
            <p:nvPr/>
          </p:nvSpPr>
          <p:spPr>
            <a:xfrm>
              <a:off x="5138299" y="3699308"/>
              <a:ext cx="1784351" cy="224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543" name="Google Shape;543;p25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544" name="Google Shape;544;p25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628090" y="5405340"/>
            <a:ext cx="3162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вертикальный за 100г 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148" y="2727511"/>
            <a:ext cx="1885092" cy="267249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547" name="Google Shape;547;p25"/>
          <p:cNvGrpSpPr/>
          <p:nvPr/>
        </p:nvGrpSpPr>
        <p:grpSpPr>
          <a:xfrm>
            <a:off x="2475970" y="2725813"/>
            <a:ext cx="1883665" cy="2670470"/>
            <a:chOff x="10222131" y="2882970"/>
            <a:chExt cx="1883665" cy="2670470"/>
          </a:xfrm>
        </p:grpSpPr>
        <p:pic>
          <p:nvPicPr>
            <p:cNvPr id="548" name="Google Shape;548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22131" y="2882970"/>
              <a:ext cx="1883665" cy="267047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49" name="Google Shape;549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71759" y="3857022"/>
              <a:ext cx="1777498" cy="2171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6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горизонт_1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7041937" y="216403"/>
            <a:ext cx="5034013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РПЦ/АПЦ горизонтальный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1566961" y="3669359"/>
            <a:ext cx="37147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 кг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535" y="4117640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8" name="Google Shape;5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5535" y="1734203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9" name="Google Shape;55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016" y="1734203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0" name="Google Shape;560;p26"/>
          <p:cNvSpPr/>
          <p:nvPr/>
        </p:nvSpPr>
        <p:spPr>
          <a:xfrm>
            <a:off x="7157439" y="3669358"/>
            <a:ext cx="43217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 кг без кнопки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3679" y="4117640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2" name="Google Shape;5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4198" y="4117640"/>
            <a:ext cx="2732411" cy="193515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3" name="Google Shape;563;p26"/>
          <p:cNvSpPr/>
          <p:nvPr/>
        </p:nvSpPr>
        <p:spPr>
          <a:xfrm>
            <a:off x="1458149" y="6039411"/>
            <a:ext cx="37147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100г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7041937" y="6039410"/>
            <a:ext cx="43602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100г без кнопки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5" name="Google Shape;565;p26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grpSp>
        <p:nvGrpSpPr>
          <p:cNvPr id="566" name="Google Shape;566;p26"/>
          <p:cNvGrpSpPr/>
          <p:nvPr/>
        </p:nvGrpSpPr>
        <p:grpSpPr>
          <a:xfrm>
            <a:off x="6363679" y="1734203"/>
            <a:ext cx="2732411" cy="1935156"/>
            <a:chOff x="6363679" y="2009485"/>
            <a:chExt cx="2732411" cy="1935156"/>
          </a:xfrm>
        </p:grpSpPr>
        <p:pic>
          <p:nvPicPr>
            <p:cNvPr id="567" name="Google Shape;567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63679" y="2009485"/>
              <a:ext cx="2732411" cy="1935156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68" name="Google Shape;568;p26"/>
            <p:cNvSpPr/>
            <p:nvPr/>
          </p:nvSpPr>
          <p:spPr>
            <a:xfrm>
              <a:off x="6421744" y="2459151"/>
              <a:ext cx="2626003" cy="2166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26"/>
          <p:cNvGrpSpPr/>
          <p:nvPr/>
        </p:nvGrpSpPr>
        <p:grpSpPr>
          <a:xfrm>
            <a:off x="9194198" y="1734203"/>
            <a:ext cx="2732411" cy="1935156"/>
            <a:chOff x="9194198" y="2009485"/>
            <a:chExt cx="2732411" cy="1935156"/>
          </a:xfrm>
        </p:grpSpPr>
        <p:pic>
          <p:nvPicPr>
            <p:cNvPr id="570" name="Google Shape;5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94198" y="2009485"/>
              <a:ext cx="2732411" cy="1935156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571" name="Google Shape;571;p26"/>
            <p:cNvSpPr/>
            <p:nvPr/>
          </p:nvSpPr>
          <p:spPr>
            <a:xfrm>
              <a:off x="9247401" y="2459151"/>
              <a:ext cx="2626003" cy="2166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2" name="Google Shape;572;p26"/>
          <p:cNvSpPr/>
          <p:nvPr/>
        </p:nvSpPr>
        <p:spPr>
          <a:xfrm>
            <a:off x="9247400" y="4555927"/>
            <a:ext cx="2626003" cy="2606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" name="Google Shape;573;p26"/>
          <p:cNvGrpSpPr/>
          <p:nvPr/>
        </p:nvGrpSpPr>
        <p:grpSpPr>
          <a:xfrm>
            <a:off x="485016" y="4117640"/>
            <a:ext cx="2732411" cy="1935156"/>
            <a:chOff x="485016" y="4392922"/>
            <a:chExt cx="2732411" cy="1935156"/>
          </a:xfrm>
        </p:grpSpPr>
        <p:pic>
          <p:nvPicPr>
            <p:cNvPr id="574" name="Google Shape;57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5016" y="4392922"/>
              <a:ext cx="2732411" cy="1935156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575" name="Google Shape;575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4266" y="4831209"/>
              <a:ext cx="2657846" cy="2381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6" name="Google Shape;576;p26"/>
          <p:cNvSpPr/>
          <p:nvPr/>
        </p:nvSpPr>
        <p:spPr>
          <a:xfrm>
            <a:off x="416683" y="6467699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горизонт_2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1874140" y="4446534"/>
            <a:ext cx="48858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РПЦ/АПЦ горизонтальный за 1 шт 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921" y="2184934"/>
            <a:ext cx="3051119" cy="216087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4" name="Google Shape;58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016" y="2184934"/>
            <a:ext cx="3051119" cy="216087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85" name="Google Shape;585;p27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586" name="Google Shape;586;p27"/>
          <p:cNvSpPr/>
          <p:nvPr/>
        </p:nvSpPr>
        <p:spPr>
          <a:xfrm>
            <a:off x="292002" y="6465272"/>
            <a:ext cx="925805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* Если скидка в рублях меньше 100 р, то идет отражение в %, а если больше или равно, то в рублях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8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ГМ_МНЦ_1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485015" y="1681004"/>
            <a:ext cx="464620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A_МНЦ_желтый_акция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A_МНЦ_белый_акция_дата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A_МНЦ_белый_акция_дата_100г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A_МНЦ_зеленая_акция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A_МНЦ_зеленая_акция (овощи-фрукты)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A_МНЦ_зеленый_акция_(овощи-фрукты)_вес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6231551" y="4106008"/>
            <a:ext cx="35147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A_МНЦ_белый_акция_дата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4" name="Google Shape;594;p28"/>
          <p:cNvPicPr preferRelativeResize="0"/>
          <p:nvPr/>
        </p:nvPicPr>
        <p:blipFill rotWithShape="1">
          <a:blip r:embed="rId3">
            <a:alphaModFix/>
          </a:blip>
          <a:srcRect b="2257" l="0" r="0" t="0"/>
          <a:stretch/>
        </p:blipFill>
        <p:spPr>
          <a:xfrm>
            <a:off x="6299883" y="4492127"/>
            <a:ext cx="5195469" cy="179553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5" name="Google Shape;595;p28"/>
          <p:cNvPicPr preferRelativeResize="0"/>
          <p:nvPr/>
        </p:nvPicPr>
        <p:blipFill rotWithShape="1">
          <a:blip r:embed="rId4">
            <a:alphaModFix/>
          </a:blip>
          <a:srcRect b="4093" l="0" r="0" t="0"/>
          <a:stretch/>
        </p:blipFill>
        <p:spPr>
          <a:xfrm>
            <a:off x="6299881" y="2304996"/>
            <a:ext cx="5195471" cy="176181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6" name="Google Shape;596;p28"/>
          <p:cNvSpPr/>
          <p:nvPr/>
        </p:nvSpPr>
        <p:spPr>
          <a:xfrm>
            <a:off x="6299882" y="6326859"/>
            <a:ext cx="35147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A_МНЦ_белый_акция_дата_100г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466975" y="6287662"/>
            <a:ext cx="35147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A_МНЦ_желтый_акция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8" name="Google Shape;598;p28"/>
          <p:cNvPicPr preferRelativeResize="0"/>
          <p:nvPr/>
        </p:nvPicPr>
        <p:blipFill rotWithShape="1">
          <a:blip r:embed="rId5">
            <a:alphaModFix/>
          </a:blip>
          <a:srcRect b="4225" l="0" r="0" t="0"/>
          <a:stretch/>
        </p:blipFill>
        <p:spPr>
          <a:xfrm>
            <a:off x="466975" y="4489633"/>
            <a:ext cx="5268477" cy="178409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99" name="Google Shape;599;p28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ГМ_МНЦ_2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5" name="Google Shape;6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7736" y="4364545"/>
            <a:ext cx="5270891" cy="18636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6" name="Google Shape;60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016" y="4364545"/>
            <a:ext cx="5287869" cy="18696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7" name="Google Shape;607;p29"/>
          <p:cNvSpPr/>
          <p:nvPr/>
        </p:nvSpPr>
        <p:spPr>
          <a:xfrm>
            <a:off x="485016" y="6267451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A_МНЦ_зеленая_акция (овощи-фрукты)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6270758" y="6267451"/>
            <a:ext cx="52878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A_МНЦ_зеленый_акция_(овощи-фрукты)_вес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019" y="1843336"/>
            <a:ext cx="5287866" cy="186967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0" name="Google Shape;610;p29"/>
          <p:cNvSpPr/>
          <p:nvPr/>
        </p:nvSpPr>
        <p:spPr>
          <a:xfrm>
            <a:off x="485016" y="3731000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A_МНЦ_зеленая_акция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1" name="Google Shape;611;p29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0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ГМ_МНЦ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416683" y="1823692"/>
            <a:ext cx="30251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ru-RU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A_МНЦ_набор_по_товарам</a:t>
            </a:r>
            <a:endParaRPr b="1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485015" y="4607841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A_МНЦ_набор_по_товарам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9" name="Google Shape;6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5" y="2641124"/>
            <a:ext cx="5129389" cy="1856233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620" name="Google Shape;620;p30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(Акционная полочная цена)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5" name="Google Shape;625;p31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Распродажа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626" name="Google Shape;626;p31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416683" y="1563419"/>
            <a:ext cx="541847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распродажа - 1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распродажа - 1 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– распродажа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распродажа - 100 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распродажа - 100 г - без номера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Детский распродажа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2631015" y="6082500"/>
            <a:ext cx="22850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распродажа - 1 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9010" y="3861026"/>
            <a:ext cx="2221474" cy="22214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0" name="Google Shape;63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3214" y="3861026"/>
            <a:ext cx="2221474" cy="22214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1" name="Google Shape;63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516" y="3865739"/>
            <a:ext cx="2216761" cy="221676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2" name="Google Shape;63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181" y="984204"/>
            <a:ext cx="2226055" cy="222605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3" name="Google Shape;63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83762" y="3861026"/>
            <a:ext cx="2221474" cy="22214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34" name="Google Shape;63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14806" y="3861026"/>
            <a:ext cx="2226055" cy="222605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5" name="Google Shape;635;p31"/>
          <p:cNvSpPr/>
          <p:nvPr/>
        </p:nvSpPr>
        <p:spPr>
          <a:xfrm>
            <a:off x="359652" y="6082499"/>
            <a:ext cx="22850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распродажа - 1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1"/>
          <p:cNvSpPr/>
          <p:nvPr/>
        </p:nvSpPr>
        <p:spPr>
          <a:xfrm>
            <a:off x="5057656" y="6082499"/>
            <a:ext cx="22850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– распродажа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7416872" y="6082499"/>
            <a:ext cx="22850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распродажа - 100 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/>
          <p:nvPr/>
        </p:nvSpPr>
        <p:spPr>
          <a:xfrm>
            <a:off x="9774884" y="6082498"/>
            <a:ext cx="22850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распродажа - 100 г - без номера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9774884" y="3258643"/>
            <a:ext cx="22303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Детский распродажа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" name="Google Shape;645;p32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645" name="Google Shape;645;p3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6" name="Google Shape;646;p32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Распродажа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Poppins Medium"/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sz="1800" u="none" cap="none" strike="noStrike"/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647" name="Google Shape;647;p32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8" name="Google Shape;648;p32"/>
          <p:cNvPicPr preferRelativeResize="0"/>
          <p:nvPr/>
        </p:nvPicPr>
        <p:blipFill rotWithShape="1">
          <a:blip r:embed="rId7">
            <a:alphaModFix/>
          </a:blip>
          <a:srcRect b="0" l="50110" r="0" t="0"/>
          <a:stretch/>
        </p:blipFill>
        <p:spPr>
          <a:xfrm>
            <a:off x="4799548" y="3107419"/>
            <a:ext cx="1997412" cy="2796329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9" name="Google Shape;649;p32"/>
          <p:cNvSpPr/>
          <p:nvPr/>
        </p:nvSpPr>
        <p:spPr>
          <a:xfrm>
            <a:off x="443272" y="1564397"/>
            <a:ext cx="7054808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ГМ_А4_Распродажа-за1кг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ГМ_А4_Распродажа-за1кг_без_кнопки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ГМ_А4_Распродажа-за1шт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ГМ_А4_Распродажа-за100гр 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ГМ_А4_Распродажа-за100гр_без_кнопки 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0" name="Google Shape;650;p32"/>
          <p:cNvPicPr preferRelativeResize="0"/>
          <p:nvPr/>
        </p:nvPicPr>
        <p:blipFill rotWithShape="1">
          <a:blip r:embed="rId8">
            <a:alphaModFix/>
          </a:blip>
          <a:srcRect b="0" l="0" r="49684" t="0"/>
          <a:stretch/>
        </p:blipFill>
        <p:spPr>
          <a:xfrm>
            <a:off x="6957968" y="3107419"/>
            <a:ext cx="2069692" cy="278368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1" name="Google Shape;651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10944" y="3107420"/>
            <a:ext cx="2027596" cy="279632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2" name="Google Shape;652;p32"/>
          <p:cNvPicPr preferRelativeResize="0"/>
          <p:nvPr/>
        </p:nvPicPr>
        <p:blipFill rotWithShape="1">
          <a:blip r:embed="rId10">
            <a:alphaModFix/>
          </a:blip>
          <a:srcRect b="0" l="0" r="51067" t="0"/>
          <a:stretch/>
        </p:blipFill>
        <p:spPr>
          <a:xfrm>
            <a:off x="474555" y="3107420"/>
            <a:ext cx="1998302" cy="280075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3" name="Google Shape;653;p32"/>
          <p:cNvSpPr/>
          <p:nvPr/>
        </p:nvSpPr>
        <p:spPr>
          <a:xfrm>
            <a:off x="443272" y="5939792"/>
            <a:ext cx="1977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ГМ_А4_Распродажа-за1кг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2"/>
          <p:cNvSpPr/>
          <p:nvPr/>
        </p:nvSpPr>
        <p:spPr>
          <a:xfrm>
            <a:off x="2610944" y="5939792"/>
            <a:ext cx="20663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ГМ_А4_Распродажа-за1кг_без_кнопки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2"/>
          <p:cNvSpPr/>
          <p:nvPr/>
        </p:nvSpPr>
        <p:spPr>
          <a:xfrm>
            <a:off x="4799549" y="5952352"/>
            <a:ext cx="1997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ГМ_А4_Распродажа-за1шт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32"/>
          <p:cNvPicPr preferRelativeResize="0"/>
          <p:nvPr/>
        </p:nvPicPr>
        <p:blipFill rotWithShape="1">
          <a:blip r:embed="rId8">
            <a:alphaModFix/>
          </a:blip>
          <a:srcRect b="0" l="51539" r="0" t="0"/>
          <a:stretch/>
        </p:blipFill>
        <p:spPr>
          <a:xfrm>
            <a:off x="9188668" y="3107419"/>
            <a:ext cx="1997413" cy="278368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7" name="Google Shape;657;p32"/>
          <p:cNvSpPr/>
          <p:nvPr/>
        </p:nvSpPr>
        <p:spPr>
          <a:xfrm>
            <a:off x="6957968" y="5955286"/>
            <a:ext cx="19974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ГМ_А4_Распродажа-за100гр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2"/>
          <p:cNvSpPr/>
          <p:nvPr/>
        </p:nvSpPr>
        <p:spPr>
          <a:xfrm>
            <a:off x="9188669" y="5952352"/>
            <a:ext cx="19974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ГМ_А4_Распродажа-за100гр_без_кнопки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3" name="Google Shape;663;p33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663" name="Google Shape;663;p3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4" name="Google Shape;66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77214" y="3662895"/>
            <a:ext cx="2800448" cy="28004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5" name="Google Shape;665;p33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666" name="Google Shape;666;p33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3"/>
          <p:cNvSpPr/>
          <p:nvPr/>
        </p:nvSpPr>
        <p:spPr>
          <a:xfrm>
            <a:off x="414477" y="1788532"/>
            <a:ext cx="7432351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ГМ_6х6_порог_скидочный -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ГМ_6х6_порог_скидочный - за 1 кг без кнопки на весах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ГМ_6х6_порог_скидочный - 100г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ГМ_6х6_порог_скидочный - 100г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ГМ_6х6_порог_скидочный - штука</a:t>
            </a:r>
            <a:endParaRPr b="1" i="0" sz="15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2" name="Google Shape;672;p33"/>
          <p:cNvSpPr/>
          <p:nvPr/>
        </p:nvSpPr>
        <p:spPr>
          <a:xfrm>
            <a:off x="4744720" y="4198939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6х6_порог-скидка - кг без кнопки" id="673" name="Google Shape;673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3389" y="3680891"/>
            <a:ext cx="2764456" cy="2764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х6_порог-скидка - шт" id="674" name="Google Shape;674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77214" y="521699"/>
            <a:ext cx="2776855" cy="2776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х6_порог-скидка - кг" id="675" name="Google Shape;675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6683" y="3680891"/>
            <a:ext cx="28003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33"/>
          <p:cNvSpPr/>
          <p:nvPr/>
        </p:nvSpPr>
        <p:spPr>
          <a:xfrm>
            <a:off x="7081520" y="449961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3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3"/>
          <p:cNvSpPr/>
          <p:nvPr/>
        </p:nvSpPr>
        <p:spPr>
          <a:xfrm>
            <a:off x="414477" y="6419490"/>
            <a:ext cx="28025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ГМ_6х6_порог_скидочный -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9" name="Google Shape;679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73164" y="3672787"/>
            <a:ext cx="2780664" cy="2780664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33"/>
          <p:cNvSpPr/>
          <p:nvPr/>
        </p:nvSpPr>
        <p:spPr>
          <a:xfrm>
            <a:off x="3343389" y="6400441"/>
            <a:ext cx="28025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ГМ_6х6_порог_скидочный - за 1 кг без кнопки на весах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3"/>
          <p:cNvSpPr/>
          <p:nvPr/>
        </p:nvSpPr>
        <p:spPr>
          <a:xfrm>
            <a:off x="9151513" y="3256374"/>
            <a:ext cx="28025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ГМ_6х6_порог_скидочный - штука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3"/>
          <p:cNvSpPr/>
          <p:nvPr/>
        </p:nvSpPr>
        <p:spPr>
          <a:xfrm>
            <a:off x="6269331" y="6384428"/>
            <a:ext cx="28025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ГМ_6х6_порог_скидочный - 100г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3"/>
          <p:cNvSpPr/>
          <p:nvPr/>
        </p:nvSpPr>
        <p:spPr>
          <a:xfrm>
            <a:off x="9164363" y="6384428"/>
            <a:ext cx="28025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ГМ_6х6_порог_скидочный - 100г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8" name="Google Shape;688;p34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688" name="Google Shape;688;p3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" name="Google Shape;689;p34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 ZB21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690" name="Google Shape;690;p34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6280153" y="6239537"/>
            <a:ext cx="27622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ZB21_6х6_ГМ_порог-скидка - 100г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4"/>
          <p:cNvSpPr/>
          <p:nvPr/>
        </p:nvSpPr>
        <p:spPr>
          <a:xfrm>
            <a:off x="416683" y="6239537"/>
            <a:ext cx="28760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ZB21_6х6_ГМ_порог-скидка - 1 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4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454496" y="1686765"/>
            <a:ext cx="5074531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ZB21_6х6_ГМ_порог-скидка - 1 кг без номера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ZB21_6х6_ГМ_порог-скидка - 1 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ZB21_6х6_ГМ_порог-скидка - 100г без номера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ZB21_6х6_ГМ_порог-скидка - 100г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ZB21_6х6_ГМ_порог_скидочный - штука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4"/>
          <p:cNvSpPr/>
          <p:nvPr/>
        </p:nvSpPr>
        <p:spPr>
          <a:xfrm>
            <a:off x="4744720" y="4198939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4"/>
          <p:cNvSpPr/>
          <p:nvPr/>
        </p:nvSpPr>
        <p:spPr>
          <a:xfrm>
            <a:off x="7081520" y="449961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4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4"/>
          <p:cNvSpPr/>
          <p:nvPr/>
        </p:nvSpPr>
        <p:spPr>
          <a:xfrm>
            <a:off x="3319268" y="6256001"/>
            <a:ext cx="27258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ZB21_6х6_ГМ_порог-скидка - 1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6975" y="3421501"/>
            <a:ext cx="2800448" cy="2800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98540" y="3475337"/>
            <a:ext cx="2780664" cy="278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72883" y="3480141"/>
            <a:ext cx="2789331" cy="2789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4496" y="3465444"/>
            <a:ext cx="2800448" cy="2800448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4"/>
          <p:cNvSpPr/>
          <p:nvPr/>
        </p:nvSpPr>
        <p:spPr>
          <a:xfrm>
            <a:off x="9198540" y="6239537"/>
            <a:ext cx="28690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ZB21_6х6_ГМ_порог-скидка - 100г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7" name="Google Shape;707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98540" y="193855"/>
            <a:ext cx="2780664" cy="2780664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34"/>
          <p:cNvSpPr/>
          <p:nvPr/>
        </p:nvSpPr>
        <p:spPr>
          <a:xfrm>
            <a:off x="9187423" y="2908291"/>
            <a:ext cx="27917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ZB21_6х6_ГМ_порог_скидочный - штука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3" name="Google Shape;713;p35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713" name="Google Shape;713;p3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" name="Google Shape;714;p35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715" name="Google Shape;715;p35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ГМ_6*12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6981113" y="574870"/>
            <a:ext cx="5090081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ГМ_6х12_Скидка от N за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ГМ_6х12_Скидка от N за 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ГМ_6х12_Скидка от N за кг без номера на весах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ГМ_6х12_Скидка от N за 100 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ГМ_6х12_Скидка от N за 100 г без номера на весах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4744720" y="4198939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1" name="Google Shape;721;p35"/>
          <p:cNvPicPr preferRelativeResize="0"/>
          <p:nvPr/>
        </p:nvPicPr>
        <p:blipFill rotWithShape="1">
          <a:blip r:embed="rId7">
            <a:alphaModFix/>
          </a:blip>
          <a:srcRect b="0" l="0" r="50380" t="0"/>
          <a:stretch/>
        </p:blipFill>
        <p:spPr>
          <a:xfrm>
            <a:off x="4140041" y="6917234"/>
            <a:ext cx="3599416" cy="194140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2" name="Google Shape;722;p35"/>
          <p:cNvPicPr preferRelativeResize="0"/>
          <p:nvPr/>
        </p:nvPicPr>
        <p:blipFill rotWithShape="1">
          <a:blip r:embed="rId7">
            <a:alphaModFix/>
          </a:blip>
          <a:srcRect b="0" l="50702" r="0" t="0"/>
          <a:stretch/>
        </p:blipFill>
        <p:spPr>
          <a:xfrm>
            <a:off x="416683" y="6917234"/>
            <a:ext cx="3655025" cy="198430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3" name="Google Shape;723;p35"/>
          <p:cNvSpPr/>
          <p:nvPr/>
        </p:nvSpPr>
        <p:spPr>
          <a:xfrm>
            <a:off x="380678" y="4019743"/>
            <a:ext cx="32887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ГМ_6х12_Скидка от N за 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4" name="Google Shape;724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2667" y="2130911"/>
            <a:ext cx="3638944" cy="187460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25" name="Google Shape;725;p35"/>
          <p:cNvGrpSpPr/>
          <p:nvPr/>
        </p:nvGrpSpPr>
        <p:grpSpPr>
          <a:xfrm>
            <a:off x="445872" y="2142004"/>
            <a:ext cx="3665774" cy="1888429"/>
            <a:chOff x="485016" y="3151487"/>
            <a:chExt cx="3665774" cy="1888429"/>
          </a:xfrm>
        </p:grpSpPr>
        <p:pic>
          <p:nvPicPr>
            <p:cNvPr id="726" name="Google Shape;726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5016" y="3151487"/>
              <a:ext cx="3665774" cy="1888429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27" name="Google Shape;727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76456" y="3767996"/>
              <a:ext cx="1286054" cy="3429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8" name="Google Shape;728;p35"/>
          <p:cNvSpPr/>
          <p:nvPr/>
        </p:nvSpPr>
        <p:spPr>
          <a:xfrm>
            <a:off x="4282667" y="4038792"/>
            <a:ext cx="3830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ГМ_6х12_Скидка от N за кг без номера на весах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9" name="Google Shape;729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6707" y="4430485"/>
            <a:ext cx="3638943" cy="180877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30" name="Google Shape;730;p35"/>
          <p:cNvGrpSpPr/>
          <p:nvPr/>
        </p:nvGrpSpPr>
        <p:grpSpPr>
          <a:xfrm>
            <a:off x="360423" y="4435784"/>
            <a:ext cx="3779617" cy="1868111"/>
            <a:chOff x="290689" y="3192719"/>
            <a:chExt cx="3746852" cy="1893657"/>
          </a:xfrm>
        </p:grpSpPr>
        <p:pic>
          <p:nvPicPr>
            <p:cNvPr id="731" name="Google Shape;731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0689" y="3192719"/>
              <a:ext cx="3746852" cy="1893657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32" name="Google Shape;732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65883" y="3806665"/>
              <a:ext cx="1286054" cy="3429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3" name="Google Shape;733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13502" y="4401617"/>
            <a:ext cx="3767541" cy="186351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4" name="Google Shape;734;p35"/>
          <p:cNvSpPr/>
          <p:nvPr/>
        </p:nvSpPr>
        <p:spPr>
          <a:xfrm>
            <a:off x="360424" y="6303896"/>
            <a:ext cx="32887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ГМ_6х12_Скидка от N за 100 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5"/>
          <p:cNvSpPr/>
          <p:nvPr/>
        </p:nvSpPr>
        <p:spPr>
          <a:xfrm>
            <a:off x="4276706" y="6253503"/>
            <a:ext cx="3638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ГМ_6х12_Скидка от N за 100 г без номера на весах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8062602" y="6246722"/>
            <a:ext cx="32887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ГМ_6х12_Скидка от N за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1" name="Google Shape;741;p36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741" name="Google Shape;741;p3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" name="Google Shape;742;p36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 ZB21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743" name="Google Shape;743;p36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6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6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ГМ_6*12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6" name="Google Shape;746;p36"/>
          <p:cNvSpPr/>
          <p:nvPr/>
        </p:nvSpPr>
        <p:spPr>
          <a:xfrm>
            <a:off x="7827927" y="6013595"/>
            <a:ext cx="35379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ZB21_6х12_ГМ_порог-скидка - 100г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4143808" y="6064771"/>
            <a:ext cx="35772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ZB21_6х12_ГМ_порог-скидка - 1кг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416683" y="1642572"/>
            <a:ext cx="515948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ZB21_6х12_ГМ_порог-скидка - 1кг без номера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ZB21_6х12_ГМ_порог-скидка - 1кг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ZB21_6х12_ГМ_порог-скидка - 100г без номера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ZB21_6х12_ГМ_порог-скидка - 100г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6"/>
          <p:cNvSpPr/>
          <p:nvPr/>
        </p:nvSpPr>
        <p:spPr>
          <a:xfrm>
            <a:off x="7081520" y="449961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6"/>
          <p:cNvSpPr/>
          <p:nvPr/>
        </p:nvSpPr>
        <p:spPr>
          <a:xfrm>
            <a:off x="427631" y="6035519"/>
            <a:ext cx="35446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ZB21_6х12_ГМ_порог-скидка - 1кг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7840412" y="3780728"/>
            <a:ext cx="35255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ZB21_6х12_ГМ_порог-скидка - 100г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4" name="Google Shape;754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92615" y="2034595"/>
            <a:ext cx="3507816" cy="1752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95571" y="4265201"/>
            <a:ext cx="3525504" cy="1761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016" y="4253372"/>
            <a:ext cx="3548515" cy="177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92614" y="4265201"/>
            <a:ext cx="3473302" cy="173542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2" name="Google Shape;762;p37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762" name="Google Shape;762;p3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3" name="Google Shape;76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2419" y="3670795"/>
            <a:ext cx="2839721" cy="200937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4" name="Google Shape;764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63521" y="1126156"/>
            <a:ext cx="2861120" cy="202345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765" name="Google Shape;765;p37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766" name="Google Shape;766;p37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ГМ_А5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416683" y="1553811"/>
            <a:ext cx="5935991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ГМ_ЦПУ_БУ А5 ЦЕНА ОТ Х _1 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ГМ_ЦПУ_БУ А5 ЦЕНА ОТ Х _1 кг без кнопки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ГМ_ЦПУ_БУ А5 ЦЕНА ОТ Х _1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ГМ_ЦПУ_БУ А5 ЦЕНА ОТ Х _100г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ГМ_ЦПУ_БУ А5 ЦЕНА ОТ Х _100г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3188015" y="5695401"/>
            <a:ext cx="27314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ГМ_ЦПУ_БУ А5 ЦЕНА ОТ Х _1 кг без кнопки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9117646" y="5671124"/>
            <a:ext cx="27317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ГМ_ЦПУ_БУ А5 ЦЕНА ОТ Х _100г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269282" y="5734251"/>
            <a:ext cx="28025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ГМ_ЦПУ_БУ А5 ЦЕНА ОТ Х _1 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/>
          <p:nvPr/>
        </p:nvSpPr>
        <p:spPr>
          <a:xfrm>
            <a:off x="9163521" y="3149610"/>
            <a:ext cx="28025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ГМ_ЦПУ_БУ А5 ЦЕНА ОТ Х _1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7"/>
          <p:cNvSpPr/>
          <p:nvPr/>
        </p:nvSpPr>
        <p:spPr>
          <a:xfrm>
            <a:off x="6161780" y="5709399"/>
            <a:ext cx="3309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ГМ_ЦПУ_БУ А5 ЦЕНА ОТ Х _100г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00259" y="3666470"/>
            <a:ext cx="2844611" cy="201493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4" name="Google Shape;774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63521" y="3666321"/>
            <a:ext cx="2857117" cy="201338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5" name="Google Shape;775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61781" y="3666321"/>
            <a:ext cx="2854092" cy="201338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0" name="Google Shape;780;p38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ZB21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781" name="Google Shape;781;p38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ГМ_А5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p38"/>
          <p:cNvSpPr/>
          <p:nvPr/>
        </p:nvSpPr>
        <p:spPr>
          <a:xfrm>
            <a:off x="446038" y="1666557"/>
            <a:ext cx="6567765" cy="323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ZB21_ГМ_ЦПУ_БУ А5 ЦЕНА ОТ Х _1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p38"/>
          <p:cNvSpPr/>
          <p:nvPr/>
        </p:nvSpPr>
        <p:spPr>
          <a:xfrm>
            <a:off x="485016" y="5373141"/>
            <a:ext cx="41798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ZB21_ГМ_ЦПУ_БУ А5 ЦЕНА ОТ Х _1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4" name="Google Shape;7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311466"/>
            <a:ext cx="4179895" cy="296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9" name="Google Shape;789;p39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789" name="Google Shape;789;p3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0" name="Google Shape;790;p39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791" name="Google Shape;791;p39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9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4" name="Google Shape;794;p39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9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9"/>
          <p:cNvSpPr/>
          <p:nvPr/>
        </p:nvSpPr>
        <p:spPr>
          <a:xfrm>
            <a:off x="416683" y="1710653"/>
            <a:ext cx="611887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вертикальный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вертикальный за 100г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ГМ А4 БУ от Х вертикальный за 100г без кнопок</a:t>
            </a:r>
            <a:endParaRPr b="1" i="0" sz="15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7" name="Google Shape;797;p39"/>
          <p:cNvSpPr/>
          <p:nvPr/>
        </p:nvSpPr>
        <p:spPr>
          <a:xfrm>
            <a:off x="7081520" y="449961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9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/>
          <p:nvPr/>
        </p:nvSpPr>
        <p:spPr>
          <a:xfrm>
            <a:off x="416683" y="6202558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от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0" name="Google Shape;800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8813" y="3238035"/>
            <a:ext cx="2028997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1" name="Google Shape;801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892" y="3238035"/>
            <a:ext cx="2028997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2" name="Google Shape;802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710" y="3238036"/>
            <a:ext cx="2025412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3" name="Google Shape;803;p39"/>
          <p:cNvSpPr/>
          <p:nvPr/>
        </p:nvSpPr>
        <p:spPr>
          <a:xfrm>
            <a:off x="2612000" y="6196988"/>
            <a:ext cx="20572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от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4" name="Google Shape;804;p39"/>
          <p:cNvGrpSpPr/>
          <p:nvPr/>
        </p:nvGrpSpPr>
        <p:grpSpPr>
          <a:xfrm>
            <a:off x="2644239" y="3238674"/>
            <a:ext cx="2024962" cy="2872502"/>
            <a:chOff x="2644240" y="2994155"/>
            <a:chExt cx="2024962" cy="2872502"/>
          </a:xfrm>
        </p:grpSpPr>
        <p:pic>
          <p:nvPicPr>
            <p:cNvPr id="805" name="Google Shape;805;p3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644240" y="2994155"/>
              <a:ext cx="2024962" cy="2872502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06" name="Google Shape;806;p39"/>
            <p:cNvSpPr/>
            <p:nvPr/>
          </p:nvSpPr>
          <p:spPr>
            <a:xfrm>
              <a:off x="2676567" y="3785471"/>
              <a:ext cx="1960308" cy="2406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7" name="Google Shape;807;p39"/>
          <p:cNvSpPr/>
          <p:nvPr/>
        </p:nvSpPr>
        <p:spPr>
          <a:xfrm>
            <a:off x="4858813" y="6196988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от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7019891" y="6196988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от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9180969" y="6207622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от Х вертикальный за 100г без кнопок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0" name="Google Shape;810;p39"/>
          <p:cNvGrpSpPr/>
          <p:nvPr/>
        </p:nvGrpSpPr>
        <p:grpSpPr>
          <a:xfrm>
            <a:off x="9184970" y="3238034"/>
            <a:ext cx="2028997" cy="2873141"/>
            <a:chOff x="9184971" y="2993514"/>
            <a:chExt cx="2028997" cy="2873141"/>
          </a:xfrm>
        </p:grpSpPr>
        <p:pic>
          <p:nvPicPr>
            <p:cNvPr id="811" name="Google Shape;811;p3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184971" y="2993514"/>
              <a:ext cx="2028997" cy="2873141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12" name="Google Shape;812;p39"/>
            <p:cNvSpPr/>
            <p:nvPr/>
          </p:nvSpPr>
          <p:spPr>
            <a:xfrm>
              <a:off x="9219315" y="3759626"/>
              <a:ext cx="1960308" cy="2406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7" name="Google Shape;817;p40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818" name="Google Shape;818;p40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40"/>
          <p:cNvSpPr/>
          <p:nvPr/>
        </p:nvSpPr>
        <p:spPr>
          <a:xfrm>
            <a:off x="369097" y="4136743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от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0"/>
          <p:cNvSpPr/>
          <p:nvPr/>
        </p:nvSpPr>
        <p:spPr>
          <a:xfrm>
            <a:off x="7265250" y="326373"/>
            <a:ext cx="468981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от Х горизонтальный за 100г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1" name="Google Shape;821;p40"/>
          <p:cNvPicPr preferRelativeResize="0"/>
          <p:nvPr/>
        </p:nvPicPr>
        <p:blipFill rotWithShape="1">
          <a:blip r:embed="rId3">
            <a:alphaModFix/>
          </a:blip>
          <a:srcRect b="48892" l="49824" r="0" t="400"/>
          <a:stretch/>
        </p:blipFill>
        <p:spPr>
          <a:xfrm>
            <a:off x="7834861" y="1871921"/>
            <a:ext cx="3093300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2" name="Google Shape;822;p40"/>
          <p:cNvPicPr preferRelativeResize="0"/>
          <p:nvPr/>
        </p:nvPicPr>
        <p:blipFill rotWithShape="1">
          <a:blip r:embed="rId4">
            <a:alphaModFix/>
          </a:blip>
          <a:srcRect b="0" l="474" r="1" t="1085"/>
          <a:stretch/>
        </p:blipFill>
        <p:spPr>
          <a:xfrm>
            <a:off x="410775" y="1871921"/>
            <a:ext cx="3147462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3" name="Google Shape;823;p40"/>
          <p:cNvPicPr preferRelativeResize="0"/>
          <p:nvPr/>
        </p:nvPicPr>
        <p:blipFill rotWithShape="1">
          <a:blip r:embed="rId3">
            <a:alphaModFix/>
          </a:blip>
          <a:srcRect b="0" l="49820" r="0" t="51108"/>
          <a:stretch/>
        </p:blipFill>
        <p:spPr>
          <a:xfrm>
            <a:off x="4159021" y="4363457"/>
            <a:ext cx="3207497" cy="219181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4" name="Google Shape;824;p40"/>
          <p:cNvPicPr preferRelativeResize="0"/>
          <p:nvPr/>
        </p:nvPicPr>
        <p:blipFill rotWithShape="1">
          <a:blip r:embed="rId3">
            <a:alphaModFix/>
          </a:blip>
          <a:srcRect b="48892" l="0" r="50087" t="400"/>
          <a:stretch/>
        </p:blipFill>
        <p:spPr>
          <a:xfrm>
            <a:off x="7834860" y="4363457"/>
            <a:ext cx="3093302" cy="220404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5" name="Google Shape;825;p40"/>
          <p:cNvPicPr preferRelativeResize="0"/>
          <p:nvPr/>
        </p:nvPicPr>
        <p:blipFill rotWithShape="1">
          <a:blip r:embed="rId3">
            <a:alphaModFix/>
          </a:blip>
          <a:srcRect b="0" l="0" r="49836" t="51108"/>
          <a:stretch/>
        </p:blipFill>
        <p:spPr>
          <a:xfrm>
            <a:off x="4159021" y="1871921"/>
            <a:ext cx="3207497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6" name="Google Shape;826;p40"/>
          <p:cNvSpPr/>
          <p:nvPr/>
        </p:nvSpPr>
        <p:spPr>
          <a:xfrm>
            <a:off x="4138182" y="4036629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от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0"/>
          <p:cNvSpPr/>
          <p:nvPr/>
        </p:nvSpPr>
        <p:spPr>
          <a:xfrm>
            <a:off x="7791348" y="4031286"/>
            <a:ext cx="36376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от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0"/>
          <p:cNvSpPr/>
          <p:nvPr/>
        </p:nvSpPr>
        <p:spPr>
          <a:xfrm>
            <a:off x="4159021" y="6499721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от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0"/>
          <p:cNvSpPr/>
          <p:nvPr/>
        </p:nvSpPr>
        <p:spPr>
          <a:xfrm>
            <a:off x="7833026" y="6527516"/>
            <a:ext cx="38001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от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4" name="Google Shape;834;p41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834" name="Google Shape;834;p4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" name="Google Shape;835;p41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836" name="Google Shape;836;p41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1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1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9" name="Google Shape;839;p41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1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1"/>
          <p:cNvSpPr/>
          <p:nvPr/>
        </p:nvSpPr>
        <p:spPr>
          <a:xfrm>
            <a:off x="416683" y="1644484"/>
            <a:ext cx="611887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ГМ А3 БУ от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1"/>
          <p:cNvSpPr/>
          <p:nvPr/>
        </p:nvSpPr>
        <p:spPr>
          <a:xfrm>
            <a:off x="7081520" y="449961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1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1"/>
          <p:cNvSpPr/>
          <p:nvPr/>
        </p:nvSpPr>
        <p:spPr>
          <a:xfrm>
            <a:off x="416683" y="6260955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от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8813" y="3296432"/>
            <a:ext cx="2028997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6" name="Google Shape;846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892" y="3296432"/>
            <a:ext cx="2028997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47" name="Google Shape;847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710" y="3296433"/>
            <a:ext cx="2025412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8" name="Google Shape;848;p41"/>
          <p:cNvSpPr/>
          <p:nvPr/>
        </p:nvSpPr>
        <p:spPr>
          <a:xfrm>
            <a:off x="2612000" y="6255385"/>
            <a:ext cx="20572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от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9" name="Google Shape;849;p41"/>
          <p:cNvGrpSpPr/>
          <p:nvPr/>
        </p:nvGrpSpPr>
        <p:grpSpPr>
          <a:xfrm>
            <a:off x="2644239" y="3297071"/>
            <a:ext cx="2024962" cy="2872502"/>
            <a:chOff x="2644240" y="2994155"/>
            <a:chExt cx="2024962" cy="2872502"/>
          </a:xfrm>
        </p:grpSpPr>
        <p:pic>
          <p:nvPicPr>
            <p:cNvPr id="850" name="Google Shape;850;p4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644240" y="2994155"/>
              <a:ext cx="2024962" cy="2872502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51" name="Google Shape;851;p41"/>
            <p:cNvSpPr/>
            <p:nvPr/>
          </p:nvSpPr>
          <p:spPr>
            <a:xfrm>
              <a:off x="2676567" y="3785471"/>
              <a:ext cx="1960308" cy="2406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2" name="Google Shape;852;p41"/>
          <p:cNvSpPr/>
          <p:nvPr/>
        </p:nvSpPr>
        <p:spPr>
          <a:xfrm>
            <a:off x="4858813" y="6255385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от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1"/>
          <p:cNvSpPr/>
          <p:nvPr/>
        </p:nvSpPr>
        <p:spPr>
          <a:xfrm>
            <a:off x="7019891" y="6255385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от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1"/>
          <p:cNvSpPr/>
          <p:nvPr/>
        </p:nvSpPr>
        <p:spPr>
          <a:xfrm>
            <a:off x="9180969" y="6266019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от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5" name="Google Shape;855;p41"/>
          <p:cNvGrpSpPr/>
          <p:nvPr/>
        </p:nvGrpSpPr>
        <p:grpSpPr>
          <a:xfrm>
            <a:off x="9184970" y="3296431"/>
            <a:ext cx="2028997" cy="2873141"/>
            <a:chOff x="9184971" y="2993514"/>
            <a:chExt cx="2028997" cy="2873141"/>
          </a:xfrm>
        </p:grpSpPr>
        <p:pic>
          <p:nvPicPr>
            <p:cNvPr id="856" name="Google Shape;856;p4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184971" y="2993514"/>
              <a:ext cx="2028997" cy="2873141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57" name="Google Shape;857;p41"/>
            <p:cNvSpPr/>
            <p:nvPr/>
          </p:nvSpPr>
          <p:spPr>
            <a:xfrm>
              <a:off x="9219315" y="3759626"/>
              <a:ext cx="1960308" cy="2406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2" name="Google Shape;862;p42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863" name="Google Shape;863;p42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4" name="Google Shape;864;p42"/>
          <p:cNvSpPr/>
          <p:nvPr/>
        </p:nvSpPr>
        <p:spPr>
          <a:xfrm>
            <a:off x="369097" y="4136743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от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2"/>
          <p:cNvSpPr/>
          <p:nvPr/>
        </p:nvSpPr>
        <p:spPr>
          <a:xfrm>
            <a:off x="7265250" y="318679"/>
            <a:ext cx="4813947" cy="1261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от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6" name="Google Shape;866;p42"/>
          <p:cNvPicPr preferRelativeResize="0"/>
          <p:nvPr/>
        </p:nvPicPr>
        <p:blipFill rotWithShape="1">
          <a:blip r:embed="rId3">
            <a:alphaModFix/>
          </a:blip>
          <a:srcRect b="48892" l="49824" r="0" t="400"/>
          <a:stretch/>
        </p:blipFill>
        <p:spPr>
          <a:xfrm>
            <a:off x="7834861" y="1871921"/>
            <a:ext cx="3093300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7" name="Google Shape;867;p42"/>
          <p:cNvPicPr preferRelativeResize="0"/>
          <p:nvPr/>
        </p:nvPicPr>
        <p:blipFill rotWithShape="1">
          <a:blip r:embed="rId4">
            <a:alphaModFix/>
          </a:blip>
          <a:srcRect b="0" l="474" r="1" t="1085"/>
          <a:stretch/>
        </p:blipFill>
        <p:spPr>
          <a:xfrm>
            <a:off x="410775" y="1871921"/>
            <a:ext cx="3147462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8" name="Google Shape;868;p42"/>
          <p:cNvPicPr preferRelativeResize="0"/>
          <p:nvPr/>
        </p:nvPicPr>
        <p:blipFill rotWithShape="1">
          <a:blip r:embed="rId3">
            <a:alphaModFix/>
          </a:blip>
          <a:srcRect b="0" l="49820" r="0" t="51108"/>
          <a:stretch/>
        </p:blipFill>
        <p:spPr>
          <a:xfrm>
            <a:off x="4159021" y="4363457"/>
            <a:ext cx="3207497" cy="219181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9" name="Google Shape;869;p42"/>
          <p:cNvPicPr preferRelativeResize="0"/>
          <p:nvPr/>
        </p:nvPicPr>
        <p:blipFill rotWithShape="1">
          <a:blip r:embed="rId3">
            <a:alphaModFix/>
          </a:blip>
          <a:srcRect b="48892" l="0" r="50087" t="400"/>
          <a:stretch/>
        </p:blipFill>
        <p:spPr>
          <a:xfrm>
            <a:off x="7834860" y="4363457"/>
            <a:ext cx="3093302" cy="220404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0" name="Google Shape;870;p42"/>
          <p:cNvPicPr preferRelativeResize="0"/>
          <p:nvPr/>
        </p:nvPicPr>
        <p:blipFill rotWithShape="1">
          <a:blip r:embed="rId3">
            <a:alphaModFix/>
          </a:blip>
          <a:srcRect b="0" l="0" r="49836" t="51108"/>
          <a:stretch/>
        </p:blipFill>
        <p:spPr>
          <a:xfrm>
            <a:off x="4159021" y="1871921"/>
            <a:ext cx="3207497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1" name="Google Shape;871;p42"/>
          <p:cNvSpPr/>
          <p:nvPr/>
        </p:nvSpPr>
        <p:spPr>
          <a:xfrm>
            <a:off x="4138182" y="4036629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от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2"/>
          <p:cNvSpPr/>
          <p:nvPr/>
        </p:nvSpPr>
        <p:spPr>
          <a:xfrm>
            <a:off x="7791348" y="4031286"/>
            <a:ext cx="36376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от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2"/>
          <p:cNvSpPr/>
          <p:nvPr/>
        </p:nvSpPr>
        <p:spPr>
          <a:xfrm>
            <a:off x="4159021" y="6499721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от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2"/>
          <p:cNvSpPr/>
          <p:nvPr/>
        </p:nvSpPr>
        <p:spPr>
          <a:xfrm>
            <a:off x="7833026" y="6527516"/>
            <a:ext cx="38001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от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9" name="Google Shape;879;p43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879" name="Google Shape;879;p4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" name="Google Shape;880;p43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881" name="Google Shape;881;p43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3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3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p43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3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3"/>
          <p:cNvSpPr/>
          <p:nvPr/>
        </p:nvSpPr>
        <p:spPr>
          <a:xfrm>
            <a:off x="416683" y="1687910"/>
            <a:ext cx="611887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вертикальный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вертикальный за 100г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ГМ А2 БУ от Х вертикальный за 100г без кнопок</a:t>
            </a:r>
            <a:endParaRPr b="1" i="0" sz="15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p43"/>
          <p:cNvSpPr/>
          <p:nvPr/>
        </p:nvSpPr>
        <p:spPr>
          <a:xfrm>
            <a:off x="7081520" y="449961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3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43"/>
          <p:cNvSpPr/>
          <p:nvPr/>
        </p:nvSpPr>
        <p:spPr>
          <a:xfrm>
            <a:off x="416683" y="6179175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от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0" name="Google Shape;890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8813" y="3214651"/>
            <a:ext cx="2028997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1" name="Google Shape;891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892" y="3214651"/>
            <a:ext cx="2028997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2" name="Google Shape;892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0710" y="3214653"/>
            <a:ext cx="2025412" cy="287314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3" name="Google Shape;893;p43"/>
          <p:cNvSpPr/>
          <p:nvPr/>
        </p:nvSpPr>
        <p:spPr>
          <a:xfrm>
            <a:off x="2612000" y="6173605"/>
            <a:ext cx="20572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от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4" name="Google Shape;894;p43"/>
          <p:cNvGrpSpPr/>
          <p:nvPr/>
        </p:nvGrpSpPr>
        <p:grpSpPr>
          <a:xfrm>
            <a:off x="2644239" y="3215291"/>
            <a:ext cx="2024962" cy="2872502"/>
            <a:chOff x="2644240" y="2994155"/>
            <a:chExt cx="2024962" cy="2872502"/>
          </a:xfrm>
        </p:grpSpPr>
        <p:pic>
          <p:nvPicPr>
            <p:cNvPr id="895" name="Google Shape;895;p4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644240" y="2994155"/>
              <a:ext cx="2024962" cy="2872502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96" name="Google Shape;896;p43"/>
            <p:cNvSpPr/>
            <p:nvPr/>
          </p:nvSpPr>
          <p:spPr>
            <a:xfrm>
              <a:off x="2676567" y="3785471"/>
              <a:ext cx="1960308" cy="2406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7" name="Google Shape;897;p43"/>
          <p:cNvSpPr/>
          <p:nvPr/>
        </p:nvSpPr>
        <p:spPr>
          <a:xfrm>
            <a:off x="4858813" y="6173605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от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3"/>
          <p:cNvSpPr/>
          <p:nvPr/>
        </p:nvSpPr>
        <p:spPr>
          <a:xfrm>
            <a:off x="7019891" y="6173605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от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3"/>
          <p:cNvSpPr/>
          <p:nvPr/>
        </p:nvSpPr>
        <p:spPr>
          <a:xfrm>
            <a:off x="9180969" y="6184239"/>
            <a:ext cx="2089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от Х вертикальный за 100г без кнопок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0" name="Google Shape;900;p43"/>
          <p:cNvGrpSpPr/>
          <p:nvPr/>
        </p:nvGrpSpPr>
        <p:grpSpPr>
          <a:xfrm>
            <a:off x="9184970" y="3214651"/>
            <a:ext cx="2028997" cy="2873141"/>
            <a:chOff x="9184971" y="2993514"/>
            <a:chExt cx="2028997" cy="2873141"/>
          </a:xfrm>
        </p:grpSpPr>
        <p:pic>
          <p:nvPicPr>
            <p:cNvPr id="901" name="Google Shape;901;p4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184971" y="2993514"/>
              <a:ext cx="2028997" cy="2873141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02" name="Google Shape;902;p43"/>
            <p:cNvSpPr/>
            <p:nvPr/>
          </p:nvSpPr>
          <p:spPr>
            <a:xfrm>
              <a:off x="9219315" y="3759626"/>
              <a:ext cx="1960308" cy="2406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7" name="Google Shape;907;p44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ОТ..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908" name="Google Shape;908;p44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9" name="Google Shape;909;p44"/>
          <p:cNvSpPr/>
          <p:nvPr/>
        </p:nvSpPr>
        <p:spPr>
          <a:xfrm>
            <a:off x="369097" y="4136743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от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44"/>
          <p:cNvSpPr/>
          <p:nvPr/>
        </p:nvSpPr>
        <p:spPr>
          <a:xfrm>
            <a:off x="7265250" y="326373"/>
            <a:ext cx="468981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от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1" name="Google Shape;911;p44"/>
          <p:cNvPicPr preferRelativeResize="0"/>
          <p:nvPr/>
        </p:nvPicPr>
        <p:blipFill rotWithShape="1">
          <a:blip r:embed="rId3">
            <a:alphaModFix/>
          </a:blip>
          <a:srcRect b="48892" l="49824" r="0" t="400"/>
          <a:stretch/>
        </p:blipFill>
        <p:spPr>
          <a:xfrm>
            <a:off x="7834861" y="1871921"/>
            <a:ext cx="3093300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2" name="Google Shape;912;p44"/>
          <p:cNvPicPr preferRelativeResize="0"/>
          <p:nvPr/>
        </p:nvPicPr>
        <p:blipFill rotWithShape="1">
          <a:blip r:embed="rId4">
            <a:alphaModFix/>
          </a:blip>
          <a:srcRect b="0" l="474" r="1" t="1085"/>
          <a:stretch/>
        </p:blipFill>
        <p:spPr>
          <a:xfrm>
            <a:off x="410775" y="1871921"/>
            <a:ext cx="3147462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3" name="Google Shape;913;p44"/>
          <p:cNvPicPr preferRelativeResize="0"/>
          <p:nvPr/>
        </p:nvPicPr>
        <p:blipFill rotWithShape="1">
          <a:blip r:embed="rId3">
            <a:alphaModFix/>
          </a:blip>
          <a:srcRect b="0" l="49820" r="0" t="51108"/>
          <a:stretch/>
        </p:blipFill>
        <p:spPr>
          <a:xfrm>
            <a:off x="4159021" y="4363457"/>
            <a:ext cx="3207497" cy="219181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4" name="Google Shape;914;p44"/>
          <p:cNvPicPr preferRelativeResize="0"/>
          <p:nvPr/>
        </p:nvPicPr>
        <p:blipFill rotWithShape="1">
          <a:blip r:embed="rId3">
            <a:alphaModFix/>
          </a:blip>
          <a:srcRect b="48892" l="0" r="50087" t="400"/>
          <a:stretch/>
        </p:blipFill>
        <p:spPr>
          <a:xfrm>
            <a:off x="7834860" y="4363457"/>
            <a:ext cx="3093302" cy="220404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5" name="Google Shape;915;p44"/>
          <p:cNvPicPr preferRelativeResize="0"/>
          <p:nvPr/>
        </p:nvPicPr>
        <p:blipFill rotWithShape="1">
          <a:blip r:embed="rId3">
            <a:alphaModFix/>
          </a:blip>
          <a:srcRect b="0" l="0" r="49836" t="51108"/>
          <a:stretch/>
        </p:blipFill>
        <p:spPr>
          <a:xfrm>
            <a:off x="4159021" y="1871921"/>
            <a:ext cx="3207497" cy="2192483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6" name="Google Shape;916;p44"/>
          <p:cNvSpPr/>
          <p:nvPr/>
        </p:nvSpPr>
        <p:spPr>
          <a:xfrm>
            <a:off x="4138182" y="4036629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от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4"/>
          <p:cNvSpPr/>
          <p:nvPr/>
        </p:nvSpPr>
        <p:spPr>
          <a:xfrm>
            <a:off x="7791348" y="4031286"/>
            <a:ext cx="36376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от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4"/>
          <p:cNvSpPr/>
          <p:nvPr/>
        </p:nvSpPr>
        <p:spPr>
          <a:xfrm>
            <a:off x="4159021" y="6499721"/>
            <a:ext cx="3147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от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4"/>
          <p:cNvSpPr/>
          <p:nvPr/>
        </p:nvSpPr>
        <p:spPr>
          <a:xfrm>
            <a:off x="7833026" y="6527516"/>
            <a:ext cx="38001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от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4" name="Google Shape;924;p45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924" name="Google Shape;924;p4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" name="Google Shape;925;p45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926" name="Google Shape;926;p45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5"/>
          <p:cNvSpPr/>
          <p:nvPr/>
        </p:nvSpPr>
        <p:spPr>
          <a:xfrm>
            <a:off x="2990850" y="81073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5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C9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9" name="Google Shape;929;p45"/>
          <p:cNvSpPr/>
          <p:nvPr/>
        </p:nvSpPr>
        <p:spPr>
          <a:xfrm>
            <a:off x="525266" y="5812933"/>
            <a:ext cx="27622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цена с ограничением по количеству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5"/>
          <p:cNvSpPr/>
          <p:nvPr/>
        </p:nvSpPr>
        <p:spPr>
          <a:xfrm>
            <a:off x="3946370" y="5842869"/>
            <a:ext cx="34353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цена с ограничением по количеству 1 кг с кнопкой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5"/>
          <p:cNvSpPr/>
          <p:nvPr/>
        </p:nvSpPr>
        <p:spPr>
          <a:xfrm>
            <a:off x="2990850" y="639286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5"/>
          <p:cNvSpPr/>
          <p:nvPr/>
        </p:nvSpPr>
        <p:spPr>
          <a:xfrm>
            <a:off x="2990850" y="8088313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5"/>
          <p:cNvSpPr/>
          <p:nvPr/>
        </p:nvSpPr>
        <p:spPr>
          <a:xfrm>
            <a:off x="416683" y="1751542"/>
            <a:ext cx="6612708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цена с ограничением по количеству 1 кг без кнопки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цена с ограничением по количеству 1 кг с кнопкой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цена с ограничением по количеству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5"/>
          <p:cNvSpPr/>
          <p:nvPr/>
        </p:nvSpPr>
        <p:spPr>
          <a:xfrm>
            <a:off x="7081520" y="449961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ru-RU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5"/>
          <p:cNvSpPr/>
          <p:nvPr/>
        </p:nvSpPr>
        <p:spPr>
          <a:xfrm>
            <a:off x="7081520" y="724916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5"/>
          <p:cNvSpPr/>
          <p:nvPr/>
        </p:nvSpPr>
        <p:spPr>
          <a:xfrm>
            <a:off x="7381720" y="5833345"/>
            <a:ext cx="34353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цена с ограничением по количеству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7" name="Google Shape;937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5266" y="2681626"/>
            <a:ext cx="3112258" cy="31122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8" name="Google Shape;938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69262" y="2681626"/>
            <a:ext cx="3112258" cy="31122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9" name="Google Shape;939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13258" y="2681626"/>
            <a:ext cx="3125345" cy="312534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0" name="Google Shape;940;p45"/>
          <p:cNvSpPr/>
          <p:nvPr/>
        </p:nvSpPr>
        <p:spPr>
          <a:xfrm>
            <a:off x="366230" y="6478157"/>
            <a:ext cx="884354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Тип выкладки (Штуки, Короб, Лоток) – на ценник выводится в том случае, если данное значение  стоит в системе. Обозначение на ценнике: </a:t>
            </a:r>
            <a:endParaRPr b="0" i="1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5"/>
          <p:cNvSpPr/>
          <p:nvPr/>
        </p:nvSpPr>
        <p:spPr>
          <a:xfrm>
            <a:off x="9816164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ш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5"/>
          <p:cNvSpPr/>
          <p:nvPr/>
        </p:nvSpPr>
        <p:spPr>
          <a:xfrm>
            <a:off x="9517781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л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5"/>
          <p:cNvSpPr/>
          <p:nvPr/>
        </p:nvSpPr>
        <p:spPr>
          <a:xfrm>
            <a:off x="9219398" y="6518883"/>
            <a:ext cx="211756" cy="18015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8" name="Google Shape;948;p46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949" name="Google Shape;949;p46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ГМ_6*12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0" name="Google Shape;950;p46"/>
          <p:cNvSpPr/>
          <p:nvPr/>
        </p:nvSpPr>
        <p:spPr>
          <a:xfrm>
            <a:off x="485016" y="1604956"/>
            <a:ext cx="4920642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ГМ_6х12_цена с ограничением по количеству - 1шт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ГМ_6х12_цена с ограничением по количеству- 1кг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ГМ_6х12_цена с ограничением по количеству - 100г 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1" name="Google Shape;951;p46"/>
          <p:cNvSpPr/>
          <p:nvPr/>
        </p:nvSpPr>
        <p:spPr>
          <a:xfrm>
            <a:off x="344109" y="6474525"/>
            <a:ext cx="42209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ГМ_6х12_цена с ограничением по количеству - 1шт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6"/>
          <p:cNvSpPr/>
          <p:nvPr/>
        </p:nvSpPr>
        <p:spPr>
          <a:xfrm>
            <a:off x="783401" y="2430392"/>
            <a:ext cx="3374714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* Кнопка на весах  на весовых ценниках печатается автоматически, при ее наличии </a:t>
            </a:r>
            <a:endParaRPr b="0" i="1" sz="11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3" name="Google Shape;953;p46"/>
          <p:cNvPicPr preferRelativeResize="0"/>
          <p:nvPr/>
        </p:nvPicPr>
        <p:blipFill rotWithShape="1">
          <a:blip r:embed="rId3">
            <a:alphaModFix/>
          </a:blip>
          <a:srcRect b="0" l="516" r="0" t="0"/>
          <a:stretch/>
        </p:blipFill>
        <p:spPr>
          <a:xfrm>
            <a:off x="4332601" y="4559675"/>
            <a:ext cx="3877748" cy="1912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46"/>
          <p:cNvPicPr preferRelativeResize="0"/>
          <p:nvPr/>
        </p:nvPicPr>
        <p:blipFill rotWithShape="1">
          <a:blip r:embed="rId4">
            <a:alphaModFix/>
          </a:blip>
          <a:srcRect b="0" l="50129" r="0" t="0"/>
          <a:stretch/>
        </p:blipFill>
        <p:spPr>
          <a:xfrm>
            <a:off x="416683" y="4559676"/>
            <a:ext cx="3853906" cy="191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46"/>
          <p:cNvPicPr preferRelativeResize="0"/>
          <p:nvPr/>
        </p:nvPicPr>
        <p:blipFill rotWithShape="1">
          <a:blip r:embed="rId4">
            <a:alphaModFix/>
          </a:blip>
          <a:srcRect b="0" l="0" r="49871" t="0"/>
          <a:stretch/>
        </p:blipFill>
        <p:spPr>
          <a:xfrm>
            <a:off x="4329324" y="2571086"/>
            <a:ext cx="3860503" cy="1908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46"/>
          <p:cNvPicPr preferRelativeResize="0"/>
          <p:nvPr/>
        </p:nvPicPr>
        <p:blipFill rotWithShape="1">
          <a:blip r:embed="rId4">
            <a:alphaModFix/>
          </a:blip>
          <a:srcRect b="0" l="0" r="49871" t="0"/>
          <a:stretch/>
        </p:blipFill>
        <p:spPr>
          <a:xfrm>
            <a:off x="8272360" y="2551836"/>
            <a:ext cx="3866313" cy="1911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46"/>
          <p:cNvPicPr preferRelativeResize="0"/>
          <p:nvPr/>
        </p:nvPicPr>
        <p:blipFill rotWithShape="1">
          <a:blip r:embed="rId3">
            <a:alphaModFix/>
          </a:blip>
          <a:srcRect b="0" l="516" r="0" t="0"/>
          <a:stretch/>
        </p:blipFill>
        <p:spPr>
          <a:xfrm>
            <a:off x="8272361" y="4559674"/>
            <a:ext cx="3877747" cy="1912643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46"/>
          <p:cNvSpPr/>
          <p:nvPr/>
        </p:nvSpPr>
        <p:spPr>
          <a:xfrm>
            <a:off x="4308235" y="6475557"/>
            <a:ext cx="3881592" cy="275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ГМ_6х12_цена с ограничением по количеству- 1кг *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6"/>
          <p:cNvSpPr/>
          <p:nvPr/>
        </p:nvSpPr>
        <p:spPr>
          <a:xfrm>
            <a:off x="8291361" y="6474525"/>
            <a:ext cx="38473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ГМ_6х12_цена с ограничением по количеству - 100г *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4" name="Google Shape;964;p47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964" name="Google Shape;964;p4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65" name="Google Shape;965;p47"/>
          <p:cNvPicPr preferRelativeResize="0"/>
          <p:nvPr/>
        </p:nvPicPr>
        <p:blipFill rotWithShape="1">
          <a:blip r:embed="rId7">
            <a:alphaModFix/>
          </a:blip>
          <a:srcRect b="0" l="0" r="50040" t="0"/>
          <a:stretch/>
        </p:blipFill>
        <p:spPr>
          <a:xfrm>
            <a:off x="7741027" y="2780365"/>
            <a:ext cx="3348060" cy="234405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66" name="Google Shape;966;p47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967" name="Google Shape;967;p47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ГМ_А5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8" name="Google Shape;968;p47"/>
          <p:cNvSpPr/>
          <p:nvPr/>
        </p:nvSpPr>
        <p:spPr>
          <a:xfrm>
            <a:off x="416683" y="1582805"/>
            <a:ext cx="6248827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ГМ_А5_цена с ограничением по количеству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ГМ_А5_цена_с ограничением по количеству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ГМ_А5_цена_с_ограничением по количеству 1 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7"/>
          <p:cNvSpPr/>
          <p:nvPr/>
        </p:nvSpPr>
        <p:spPr>
          <a:xfrm>
            <a:off x="4112781" y="5199245"/>
            <a:ext cx="33485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ГМ_А5_цена_с_ограничением по количеству 1 кг без номера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7"/>
          <p:cNvSpPr/>
          <p:nvPr/>
        </p:nvSpPr>
        <p:spPr>
          <a:xfrm>
            <a:off x="485016" y="5194716"/>
            <a:ext cx="33485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ГМ_А5_цена с ограничением по количеству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7"/>
          <p:cNvSpPr/>
          <p:nvPr/>
        </p:nvSpPr>
        <p:spPr>
          <a:xfrm>
            <a:off x="7740548" y="5194716"/>
            <a:ext cx="33485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ГМ_А5_цена_с ограничением по количеству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2" name="Google Shape;972;p47"/>
          <p:cNvPicPr preferRelativeResize="0"/>
          <p:nvPr/>
        </p:nvPicPr>
        <p:blipFill rotWithShape="1">
          <a:blip r:embed="rId7">
            <a:alphaModFix/>
          </a:blip>
          <a:srcRect b="0" l="50044" r="0" t="0"/>
          <a:stretch/>
        </p:blipFill>
        <p:spPr>
          <a:xfrm>
            <a:off x="4112781" y="2780365"/>
            <a:ext cx="3347781" cy="234405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3" name="Google Shape;973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6670" y="2780365"/>
            <a:ext cx="3465880" cy="234405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8" name="Google Shape;978;p48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978" name="Google Shape;978;p4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9" name="Google Shape;979;p48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980" name="Google Shape;980;p48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1" name="Google Shape;981;p48"/>
          <p:cNvSpPr/>
          <p:nvPr/>
        </p:nvSpPr>
        <p:spPr>
          <a:xfrm>
            <a:off x="416683" y="1449648"/>
            <a:ext cx="642687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8"/>
          <p:cNvSpPr/>
          <p:nvPr/>
        </p:nvSpPr>
        <p:spPr>
          <a:xfrm>
            <a:off x="485016" y="5835743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до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3" name="Google Shape;983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2749" y="2882970"/>
            <a:ext cx="2036184" cy="287611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4" name="Google Shape;984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016" y="2882971"/>
            <a:ext cx="2036183" cy="287610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5" name="Google Shape;985;p48"/>
          <p:cNvSpPr/>
          <p:nvPr/>
        </p:nvSpPr>
        <p:spPr>
          <a:xfrm>
            <a:off x="4908884" y="5835743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до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8"/>
          <p:cNvSpPr/>
          <p:nvPr/>
        </p:nvSpPr>
        <p:spPr>
          <a:xfrm>
            <a:off x="9332750" y="5793906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до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8"/>
          <p:cNvSpPr/>
          <p:nvPr/>
        </p:nvSpPr>
        <p:spPr>
          <a:xfrm>
            <a:off x="2696949" y="5835743"/>
            <a:ext cx="20361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до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8"/>
          <p:cNvSpPr/>
          <p:nvPr/>
        </p:nvSpPr>
        <p:spPr>
          <a:xfrm>
            <a:off x="7120817" y="5835743"/>
            <a:ext cx="20361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БУ до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9" name="Google Shape;989;p48"/>
          <p:cNvGrpSpPr/>
          <p:nvPr/>
        </p:nvGrpSpPr>
        <p:grpSpPr>
          <a:xfrm>
            <a:off x="2696949" y="2882971"/>
            <a:ext cx="2036183" cy="2876108"/>
            <a:chOff x="2696949" y="2882971"/>
            <a:chExt cx="2036183" cy="2876108"/>
          </a:xfrm>
        </p:grpSpPr>
        <p:pic>
          <p:nvPicPr>
            <p:cNvPr id="990" name="Google Shape;990;p4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96949" y="2882971"/>
              <a:ext cx="2036183" cy="2876108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91" name="Google Shape;991;p48"/>
            <p:cNvSpPr/>
            <p:nvPr/>
          </p:nvSpPr>
          <p:spPr>
            <a:xfrm>
              <a:off x="2752825" y="3638349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2" name="Google Shape;992;p48"/>
          <p:cNvGrpSpPr/>
          <p:nvPr/>
        </p:nvGrpSpPr>
        <p:grpSpPr>
          <a:xfrm>
            <a:off x="4908883" y="2882970"/>
            <a:ext cx="2036184" cy="2876110"/>
            <a:chOff x="4908883" y="2882970"/>
            <a:chExt cx="2036184" cy="2876110"/>
          </a:xfrm>
        </p:grpSpPr>
        <p:pic>
          <p:nvPicPr>
            <p:cNvPr id="993" name="Google Shape;993;p4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08883" y="2882970"/>
              <a:ext cx="2036184" cy="287611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994" name="Google Shape;994;p4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77194" y="3843973"/>
              <a:ext cx="485843" cy="209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48"/>
            <p:cNvSpPr/>
            <p:nvPr/>
          </p:nvSpPr>
          <p:spPr>
            <a:xfrm>
              <a:off x="4947385" y="3555216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96" name="Google Shape;996;p4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61388" y="3619321"/>
              <a:ext cx="1943371" cy="2953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7" name="Google Shape;997;p48"/>
          <p:cNvGrpSpPr/>
          <p:nvPr/>
        </p:nvGrpSpPr>
        <p:grpSpPr>
          <a:xfrm>
            <a:off x="7120816" y="2882970"/>
            <a:ext cx="2036184" cy="2876110"/>
            <a:chOff x="7120816" y="2882970"/>
            <a:chExt cx="2036184" cy="2876110"/>
          </a:xfrm>
        </p:grpSpPr>
        <p:pic>
          <p:nvPicPr>
            <p:cNvPr id="998" name="Google Shape;998;p4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120816" y="2882970"/>
              <a:ext cx="2036184" cy="287611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999" name="Google Shape;999;p4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223531" y="3843973"/>
              <a:ext cx="485843" cy="209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48"/>
            <p:cNvSpPr/>
            <p:nvPr/>
          </p:nvSpPr>
          <p:spPr>
            <a:xfrm>
              <a:off x="7188940" y="3555216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5" name="Google Shape;1005;p49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005" name="Google Shape;1005;p4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6" name="Google Shape;1006;p49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007" name="Google Shape;1007;p49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8" name="Google Shape;1008;p49"/>
          <p:cNvSpPr/>
          <p:nvPr/>
        </p:nvSpPr>
        <p:spPr>
          <a:xfrm>
            <a:off x="6979606" y="428975"/>
            <a:ext cx="471064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БУ до Х горизонтальный за 100г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9" name="Google Shape;1009;p49"/>
          <p:cNvPicPr preferRelativeResize="0"/>
          <p:nvPr/>
        </p:nvPicPr>
        <p:blipFill rotWithShape="1">
          <a:blip r:embed="rId7">
            <a:alphaModFix/>
          </a:blip>
          <a:srcRect b="0" l="0" r="0" t="1704"/>
          <a:stretch/>
        </p:blipFill>
        <p:spPr>
          <a:xfrm>
            <a:off x="619847" y="1752610"/>
            <a:ext cx="3133770" cy="223424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0" name="Google Shape;1010;p49"/>
          <p:cNvPicPr preferRelativeResize="0"/>
          <p:nvPr/>
        </p:nvPicPr>
        <p:blipFill rotWithShape="1">
          <a:blip r:embed="rId8">
            <a:alphaModFix/>
          </a:blip>
          <a:srcRect b="52483" l="0" r="49742" t="0"/>
          <a:stretch/>
        </p:blipFill>
        <p:spPr>
          <a:xfrm>
            <a:off x="4199315" y="1752610"/>
            <a:ext cx="3141328" cy="223219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1" name="Google Shape;1011;p49"/>
          <p:cNvPicPr preferRelativeResize="0"/>
          <p:nvPr/>
        </p:nvPicPr>
        <p:blipFill rotWithShape="1">
          <a:blip r:embed="rId8">
            <a:alphaModFix/>
          </a:blip>
          <a:srcRect b="4760" l="0" r="50227" t="47419"/>
          <a:stretch/>
        </p:blipFill>
        <p:spPr>
          <a:xfrm>
            <a:off x="7678874" y="1752610"/>
            <a:ext cx="3087234" cy="222930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2" name="Google Shape;1012;p49"/>
          <p:cNvPicPr preferRelativeResize="0"/>
          <p:nvPr/>
        </p:nvPicPr>
        <p:blipFill rotWithShape="1">
          <a:blip r:embed="rId8">
            <a:alphaModFix/>
          </a:blip>
          <a:srcRect b="52483" l="49757" r="0" t="0"/>
          <a:stretch/>
        </p:blipFill>
        <p:spPr>
          <a:xfrm>
            <a:off x="7678875" y="4267123"/>
            <a:ext cx="3087234" cy="219439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3" name="Google Shape;1013;p49"/>
          <p:cNvPicPr preferRelativeResize="0"/>
          <p:nvPr/>
        </p:nvPicPr>
        <p:blipFill rotWithShape="1">
          <a:blip r:embed="rId8">
            <a:alphaModFix/>
          </a:blip>
          <a:srcRect b="4986" l="49739" r="0" t="47419"/>
          <a:stretch/>
        </p:blipFill>
        <p:spPr>
          <a:xfrm>
            <a:off x="4199315" y="4253195"/>
            <a:ext cx="3141328" cy="22356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4" name="Google Shape;1014;p49"/>
          <p:cNvSpPr/>
          <p:nvPr/>
        </p:nvSpPr>
        <p:spPr>
          <a:xfrm>
            <a:off x="570927" y="3952893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9"/>
          <p:cNvSpPr/>
          <p:nvPr/>
        </p:nvSpPr>
        <p:spPr>
          <a:xfrm>
            <a:off x="4154174" y="3976194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49"/>
          <p:cNvSpPr/>
          <p:nvPr/>
        </p:nvSpPr>
        <p:spPr>
          <a:xfrm>
            <a:off x="7683435" y="3984263"/>
            <a:ext cx="38187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до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9"/>
          <p:cNvSpPr/>
          <p:nvPr/>
        </p:nvSpPr>
        <p:spPr>
          <a:xfrm>
            <a:off x="4199315" y="6461520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до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49"/>
          <p:cNvSpPr/>
          <p:nvPr/>
        </p:nvSpPr>
        <p:spPr>
          <a:xfrm>
            <a:off x="7601993" y="6488887"/>
            <a:ext cx="4088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БУ до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3" name="Google Shape;1023;p50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023" name="Google Shape;1023;p5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" name="Google Shape;1024;p50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025" name="Google Shape;1025;p50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6" name="Google Shape;1026;p50"/>
          <p:cNvSpPr/>
          <p:nvPr/>
        </p:nvSpPr>
        <p:spPr>
          <a:xfrm>
            <a:off x="416683" y="1449648"/>
            <a:ext cx="642687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вертикальный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7" name="Google Shape;1027;p50"/>
          <p:cNvSpPr/>
          <p:nvPr/>
        </p:nvSpPr>
        <p:spPr>
          <a:xfrm>
            <a:off x="485016" y="5835743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до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Google Shape;1028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2749" y="2882970"/>
            <a:ext cx="2036184" cy="287611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9" name="Google Shape;1029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016" y="2882971"/>
            <a:ext cx="2036183" cy="287610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0" name="Google Shape;1030;p50"/>
          <p:cNvSpPr/>
          <p:nvPr/>
        </p:nvSpPr>
        <p:spPr>
          <a:xfrm>
            <a:off x="9332749" y="5835743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до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0"/>
          <p:cNvSpPr/>
          <p:nvPr/>
        </p:nvSpPr>
        <p:spPr>
          <a:xfrm>
            <a:off x="4908884" y="5835743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до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50"/>
          <p:cNvSpPr/>
          <p:nvPr/>
        </p:nvSpPr>
        <p:spPr>
          <a:xfrm>
            <a:off x="2696949" y="5835743"/>
            <a:ext cx="20361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до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0"/>
          <p:cNvSpPr/>
          <p:nvPr/>
        </p:nvSpPr>
        <p:spPr>
          <a:xfrm>
            <a:off x="7120817" y="5835743"/>
            <a:ext cx="20361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БУ до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4" name="Google Shape;1034;p50"/>
          <p:cNvGrpSpPr/>
          <p:nvPr/>
        </p:nvGrpSpPr>
        <p:grpSpPr>
          <a:xfrm>
            <a:off x="2696949" y="2882971"/>
            <a:ext cx="2036183" cy="2876108"/>
            <a:chOff x="2696949" y="2882971"/>
            <a:chExt cx="2036183" cy="2876108"/>
          </a:xfrm>
        </p:grpSpPr>
        <p:pic>
          <p:nvPicPr>
            <p:cNvPr id="1035" name="Google Shape;1035;p5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96949" y="2882971"/>
              <a:ext cx="2036183" cy="2876108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36" name="Google Shape;1036;p50"/>
            <p:cNvSpPr/>
            <p:nvPr/>
          </p:nvSpPr>
          <p:spPr>
            <a:xfrm>
              <a:off x="2752825" y="3638349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7" name="Google Shape;1037;p50"/>
          <p:cNvGrpSpPr/>
          <p:nvPr/>
        </p:nvGrpSpPr>
        <p:grpSpPr>
          <a:xfrm>
            <a:off x="4908883" y="2882970"/>
            <a:ext cx="2036184" cy="2876110"/>
            <a:chOff x="4908883" y="2882970"/>
            <a:chExt cx="2036184" cy="2876110"/>
          </a:xfrm>
        </p:grpSpPr>
        <p:pic>
          <p:nvPicPr>
            <p:cNvPr id="1038" name="Google Shape;1038;p5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08883" y="2882970"/>
              <a:ext cx="2036184" cy="287611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39" name="Google Shape;1039;p5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77194" y="3843973"/>
              <a:ext cx="485843" cy="209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0" name="Google Shape;1040;p50"/>
            <p:cNvSpPr/>
            <p:nvPr/>
          </p:nvSpPr>
          <p:spPr>
            <a:xfrm>
              <a:off x="4947385" y="3555216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1" name="Google Shape;1041;p5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61388" y="3619321"/>
              <a:ext cx="1943371" cy="2953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2" name="Google Shape;1042;p50"/>
          <p:cNvGrpSpPr/>
          <p:nvPr/>
        </p:nvGrpSpPr>
        <p:grpSpPr>
          <a:xfrm>
            <a:off x="7120816" y="2882970"/>
            <a:ext cx="2036184" cy="2876110"/>
            <a:chOff x="7120816" y="2882970"/>
            <a:chExt cx="2036184" cy="2876110"/>
          </a:xfrm>
        </p:grpSpPr>
        <p:pic>
          <p:nvPicPr>
            <p:cNvPr id="1043" name="Google Shape;1043;p5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120816" y="2882970"/>
              <a:ext cx="2036184" cy="287611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44" name="Google Shape;1044;p5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223531" y="3843973"/>
              <a:ext cx="485843" cy="209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50"/>
            <p:cNvSpPr/>
            <p:nvPr/>
          </p:nvSpPr>
          <p:spPr>
            <a:xfrm>
              <a:off x="7188940" y="3555216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" name="Google Shape;1050;p51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050" name="Google Shape;1050;p5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Google Shape;1051;p51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052" name="Google Shape;1052;p51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3" name="Google Shape;1053;p51"/>
          <p:cNvSpPr/>
          <p:nvPr/>
        </p:nvSpPr>
        <p:spPr>
          <a:xfrm>
            <a:off x="6979606" y="428975"/>
            <a:ext cx="4748416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горизонтальный за 1 кг -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БУ до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4" name="Google Shape;1054;p51"/>
          <p:cNvPicPr preferRelativeResize="0"/>
          <p:nvPr/>
        </p:nvPicPr>
        <p:blipFill rotWithShape="1">
          <a:blip r:embed="rId7">
            <a:alphaModFix/>
          </a:blip>
          <a:srcRect b="0" l="0" r="0" t="1704"/>
          <a:stretch/>
        </p:blipFill>
        <p:spPr>
          <a:xfrm>
            <a:off x="619847" y="1752610"/>
            <a:ext cx="3133770" cy="223424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5" name="Google Shape;1055;p51"/>
          <p:cNvPicPr preferRelativeResize="0"/>
          <p:nvPr/>
        </p:nvPicPr>
        <p:blipFill rotWithShape="1">
          <a:blip r:embed="rId8">
            <a:alphaModFix/>
          </a:blip>
          <a:srcRect b="52483" l="0" r="49742" t="0"/>
          <a:stretch/>
        </p:blipFill>
        <p:spPr>
          <a:xfrm>
            <a:off x="4199315" y="1752610"/>
            <a:ext cx="3141328" cy="223219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6" name="Google Shape;1056;p51"/>
          <p:cNvPicPr preferRelativeResize="0"/>
          <p:nvPr/>
        </p:nvPicPr>
        <p:blipFill rotWithShape="1">
          <a:blip r:embed="rId8">
            <a:alphaModFix/>
          </a:blip>
          <a:srcRect b="4760" l="0" r="50227" t="47419"/>
          <a:stretch/>
        </p:blipFill>
        <p:spPr>
          <a:xfrm>
            <a:off x="7678874" y="1752610"/>
            <a:ext cx="3087234" cy="222930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7" name="Google Shape;1057;p51"/>
          <p:cNvPicPr preferRelativeResize="0"/>
          <p:nvPr/>
        </p:nvPicPr>
        <p:blipFill rotWithShape="1">
          <a:blip r:embed="rId8">
            <a:alphaModFix/>
          </a:blip>
          <a:srcRect b="52483" l="49757" r="0" t="0"/>
          <a:stretch/>
        </p:blipFill>
        <p:spPr>
          <a:xfrm>
            <a:off x="7678875" y="4267123"/>
            <a:ext cx="3087234" cy="219439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8" name="Google Shape;1058;p51"/>
          <p:cNvPicPr preferRelativeResize="0"/>
          <p:nvPr/>
        </p:nvPicPr>
        <p:blipFill rotWithShape="1">
          <a:blip r:embed="rId8">
            <a:alphaModFix/>
          </a:blip>
          <a:srcRect b="4986" l="49739" r="0" t="47419"/>
          <a:stretch/>
        </p:blipFill>
        <p:spPr>
          <a:xfrm>
            <a:off x="4199315" y="4253195"/>
            <a:ext cx="3141328" cy="22356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9" name="Google Shape;1059;p51"/>
          <p:cNvSpPr/>
          <p:nvPr/>
        </p:nvSpPr>
        <p:spPr>
          <a:xfrm>
            <a:off x="570927" y="3952893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51"/>
          <p:cNvSpPr/>
          <p:nvPr/>
        </p:nvSpPr>
        <p:spPr>
          <a:xfrm>
            <a:off x="4154174" y="3976194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1"/>
          <p:cNvSpPr/>
          <p:nvPr/>
        </p:nvSpPr>
        <p:spPr>
          <a:xfrm>
            <a:off x="7683435" y="3984263"/>
            <a:ext cx="38187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до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1"/>
          <p:cNvSpPr/>
          <p:nvPr/>
        </p:nvSpPr>
        <p:spPr>
          <a:xfrm>
            <a:off x="4199315" y="6461520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до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51"/>
          <p:cNvSpPr/>
          <p:nvPr/>
        </p:nvSpPr>
        <p:spPr>
          <a:xfrm>
            <a:off x="7601993" y="6488887"/>
            <a:ext cx="4088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БУ до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8" name="Google Shape;1068;p52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068" name="Google Shape;1068;p5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" name="Google Shape;1069;p52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070" name="Google Shape;1070;p52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вертикаль 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1" name="Google Shape;1071;p52"/>
          <p:cNvSpPr/>
          <p:nvPr/>
        </p:nvSpPr>
        <p:spPr>
          <a:xfrm>
            <a:off x="416683" y="1449648"/>
            <a:ext cx="642687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вертикальный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2" name="Google Shape;1072;p52"/>
          <p:cNvSpPr/>
          <p:nvPr/>
        </p:nvSpPr>
        <p:spPr>
          <a:xfrm>
            <a:off x="485016" y="5970497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до Х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3" name="Google Shape;1073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2749" y="3017724"/>
            <a:ext cx="2036184" cy="287611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4" name="Google Shape;1074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016" y="3017725"/>
            <a:ext cx="2036183" cy="2876108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5" name="Google Shape;1075;p52"/>
          <p:cNvSpPr/>
          <p:nvPr/>
        </p:nvSpPr>
        <p:spPr>
          <a:xfrm>
            <a:off x="9332749" y="5970497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до Х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52"/>
          <p:cNvSpPr/>
          <p:nvPr/>
        </p:nvSpPr>
        <p:spPr>
          <a:xfrm>
            <a:off x="4908884" y="5970497"/>
            <a:ext cx="20361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до Х вертикальный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52"/>
          <p:cNvSpPr/>
          <p:nvPr/>
        </p:nvSpPr>
        <p:spPr>
          <a:xfrm>
            <a:off x="2696949" y="5970497"/>
            <a:ext cx="20361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до Х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52"/>
          <p:cNvSpPr/>
          <p:nvPr/>
        </p:nvSpPr>
        <p:spPr>
          <a:xfrm>
            <a:off x="7120817" y="5970497"/>
            <a:ext cx="20361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БУ до Х вертикальный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9" name="Google Shape;1079;p52"/>
          <p:cNvGrpSpPr/>
          <p:nvPr/>
        </p:nvGrpSpPr>
        <p:grpSpPr>
          <a:xfrm>
            <a:off x="2696949" y="3017725"/>
            <a:ext cx="2036183" cy="2876108"/>
            <a:chOff x="2696949" y="2882971"/>
            <a:chExt cx="2036183" cy="2876108"/>
          </a:xfrm>
        </p:grpSpPr>
        <p:pic>
          <p:nvPicPr>
            <p:cNvPr id="1080" name="Google Shape;1080;p5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696949" y="2882971"/>
              <a:ext cx="2036183" cy="2876108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81" name="Google Shape;1081;p52"/>
            <p:cNvSpPr/>
            <p:nvPr/>
          </p:nvSpPr>
          <p:spPr>
            <a:xfrm>
              <a:off x="2752825" y="3638349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2" name="Google Shape;1082;p52"/>
          <p:cNvGrpSpPr/>
          <p:nvPr/>
        </p:nvGrpSpPr>
        <p:grpSpPr>
          <a:xfrm>
            <a:off x="4908883" y="3017724"/>
            <a:ext cx="2036184" cy="2876110"/>
            <a:chOff x="4908883" y="2882970"/>
            <a:chExt cx="2036184" cy="2876110"/>
          </a:xfrm>
        </p:grpSpPr>
        <p:pic>
          <p:nvPicPr>
            <p:cNvPr id="1083" name="Google Shape;1083;p5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08883" y="2882970"/>
              <a:ext cx="2036184" cy="287611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84" name="Google Shape;1084;p5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77194" y="3843973"/>
              <a:ext cx="485843" cy="209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52"/>
            <p:cNvSpPr/>
            <p:nvPr/>
          </p:nvSpPr>
          <p:spPr>
            <a:xfrm>
              <a:off x="4947385" y="3555216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86" name="Google Shape;1086;p5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61388" y="3619321"/>
              <a:ext cx="1943371" cy="2953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7" name="Google Shape;1087;p52"/>
          <p:cNvGrpSpPr/>
          <p:nvPr/>
        </p:nvGrpSpPr>
        <p:grpSpPr>
          <a:xfrm>
            <a:off x="7120816" y="3017724"/>
            <a:ext cx="2036184" cy="2876110"/>
            <a:chOff x="7120816" y="2882970"/>
            <a:chExt cx="2036184" cy="2876110"/>
          </a:xfrm>
        </p:grpSpPr>
        <p:pic>
          <p:nvPicPr>
            <p:cNvPr id="1088" name="Google Shape;1088;p5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120816" y="2882970"/>
              <a:ext cx="2036184" cy="2876110"/>
            </a:xfrm>
            <a:prstGeom prst="rect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89" name="Google Shape;1089;p5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223531" y="3843973"/>
              <a:ext cx="485843" cy="209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52"/>
            <p:cNvSpPr/>
            <p:nvPr/>
          </p:nvSpPr>
          <p:spPr>
            <a:xfrm>
              <a:off x="7188940" y="3555216"/>
              <a:ext cx="1896177" cy="2887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" name="Google Shape;1095;p53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095" name="Google Shape;1095;p5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" name="Google Shape;1096;p53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097" name="Google Shape;1097;p53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8" name="Google Shape;1098;p53"/>
          <p:cNvSpPr/>
          <p:nvPr/>
        </p:nvSpPr>
        <p:spPr>
          <a:xfrm>
            <a:off x="6979606" y="428975"/>
            <a:ext cx="4748416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горизонтальный за 1 кг -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БУ до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9" name="Google Shape;1099;p53"/>
          <p:cNvPicPr preferRelativeResize="0"/>
          <p:nvPr/>
        </p:nvPicPr>
        <p:blipFill rotWithShape="1">
          <a:blip r:embed="rId7">
            <a:alphaModFix/>
          </a:blip>
          <a:srcRect b="0" l="0" r="0" t="1704"/>
          <a:stretch/>
        </p:blipFill>
        <p:spPr>
          <a:xfrm>
            <a:off x="619847" y="1752610"/>
            <a:ext cx="3133770" cy="223424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0" name="Google Shape;1100;p53"/>
          <p:cNvPicPr preferRelativeResize="0"/>
          <p:nvPr/>
        </p:nvPicPr>
        <p:blipFill rotWithShape="1">
          <a:blip r:embed="rId8">
            <a:alphaModFix/>
          </a:blip>
          <a:srcRect b="52483" l="0" r="49742" t="0"/>
          <a:stretch/>
        </p:blipFill>
        <p:spPr>
          <a:xfrm>
            <a:off x="4199315" y="1752610"/>
            <a:ext cx="3141328" cy="223219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1" name="Google Shape;1101;p53"/>
          <p:cNvPicPr preferRelativeResize="0"/>
          <p:nvPr/>
        </p:nvPicPr>
        <p:blipFill rotWithShape="1">
          <a:blip r:embed="rId8">
            <a:alphaModFix/>
          </a:blip>
          <a:srcRect b="4760" l="0" r="50227" t="47419"/>
          <a:stretch/>
        </p:blipFill>
        <p:spPr>
          <a:xfrm>
            <a:off x="7678874" y="1752610"/>
            <a:ext cx="3087234" cy="222930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2" name="Google Shape;1102;p53"/>
          <p:cNvPicPr preferRelativeResize="0"/>
          <p:nvPr/>
        </p:nvPicPr>
        <p:blipFill rotWithShape="1">
          <a:blip r:embed="rId8">
            <a:alphaModFix/>
          </a:blip>
          <a:srcRect b="52483" l="49757" r="0" t="0"/>
          <a:stretch/>
        </p:blipFill>
        <p:spPr>
          <a:xfrm>
            <a:off x="7678875" y="4267123"/>
            <a:ext cx="3087234" cy="219439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3" name="Google Shape;1103;p53"/>
          <p:cNvPicPr preferRelativeResize="0"/>
          <p:nvPr/>
        </p:nvPicPr>
        <p:blipFill rotWithShape="1">
          <a:blip r:embed="rId8">
            <a:alphaModFix/>
          </a:blip>
          <a:srcRect b="4986" l="49739" r="0" t="47419"/>
          <a:stretch/>
        </p:blipFill>
        <p:spPr>
          <a:xfrm>
            <a:off x="4199315" y="4253195"/>
            <a:ext cx="3141328" cy="223569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4" name="Google Shape;1104;p53"/>
          <p:cNvSpPr/>
          <p:nvPr/>
        </p:nvSpPr>
        <p:spPr>
          <a:xfrm>
            <a:off x="570927" y="3952893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53"/>
          <p:cNvSpPr/>
          <p:nvPr/>
        </p:nvSpPr>
        <p:spPr>
          <a:xfrm>
            <a:off x="4154174" y="3976194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до Х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53"/>
          <p:cNvSpPr/>
          <p:nvPr/>
        </p:nvSpPr>
        <p:spPr>
          <a:xfrm>
            <a:off x="7683435" y="3984263"/>
            <a:ext cx="38187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до Х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53"/>
          <p:cNvSpPr/>
          <p:nvPr/>
        </p:nvSpPr>
        <p:spPr>
          <a:xfrm>
            <a:off x="4199315" y="6461520"/>
            <a:ext cx="32316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до Х горизонтальный за 100г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53"/>
          <p:cNvSpPr/>
          <p:nvPr/>
        </p:nvSpPr>
        <p:spPr>
          <a:xfrm>
            <a:off x="7601993" y="6488887"/>
            <a:ext cx="4088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БУ до Х горизонтальный за 100г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3" name="Google Shape;1113;p54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до N шт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14" name="Google Shape;1114;p54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ГМ_МНЦ_1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5" name="Google Shape;1115;p54"/>
          <p:cNvSpPr/>
          <p:nvPr/>
        </p:nvSpPr>
        <p:spPr>
          <a:xfrm>
            <a:off x="335403" y="1384661"/>
            <a:ext cx="6915676" cy="116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A_МНЦ_БЕЛЫЙ_цена_с_ограничением_по_количеству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A_МНЦ_БЕЛЫЙ_цена_с_ограничением_по_количеству_вес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A_МНЦ_зеленый_вес_цена_с_ограничением_по_количеству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A_МНЦ_зеленый_вес_цена_с_ограничением_по_количеству_без_номера_кнопки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A_МНЦ_зеленый_цена_с_ограничением_по_количеству</a:t>
            </a:r>
            <a:endParaRPr b="1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6" name="Google Shape;1116;p54"/>
          <p:cNvSpPr/>
          <p:nvPr/>
        </p:nvSpPr>
        <p:spPr>
          <a:xfrm>
            <a:off x="485016" y="4425516"/>
            <a:ext cx="52723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A_МНЦ_БЕЛЫЙ_цена_с_ограничением_по_количеству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7" name="Google Shape;111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7" y="4735553"/>
            <a:ext cx="5011008" cy="177178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8" name="Google Shape;111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016" y="2587385"/>
            <a:ext cx="5011009" cy="177178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9" name="Google Shape;1119;p54"/>
          <p:cNvSpPr/>
          <p:nvPr/>
        </p:nvSpPr>
        <p:spPr>
          <a:xfrm>
            <a:off x="416683" y="6507338"/>
            <a:ext cx="52723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A_МНЦ_БЕЛЫЙ_цена_с_ограничением_по_количеству_вес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0" name="Google Shape;112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2118" y="2587385"/>
            <a:ext cx="5020307" cy="177507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1" name="Google Shape;1121;p54"/>
          <p:cNvSpPr/>
          <p:nvPr/>
        </p:nvSpPr>
        <p:spPr>
          <a:xfrm>
            <a:off x="5962118" y="4425516"/>
            <a:ext cx="52723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A_МНЦ_зеленый_вес_цена_с_ограничением_по_количеству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2" name="Google Shape;1122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2118" y="4735553"/>
            <a:ext cx="5020307" cy="177507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3" name="Google Shape;1123;p54"/>
          <p:cNvSpPr/>
          <p:nvPr/>
        </p:nvSpPr>
        <p:spPr>
          <a:xfrm>
            <a:off x="5962118" y="6507338"/>
            <a:ext cx="57523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A_МНЦ_зеленый_вес_цена_с_ограничением_по_количеству_без_номера_кнопки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9" name="Google Shape;1129;p55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30" name="Google Shape;1130;p55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ГМ_6*6_Богоф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1" name="Google Shape;1131;p55"/>
          <p:cNvSpPr/>
          <p:nvPr/>
        </p:nvSpPr>
        <p:spPr>
          <a:xfrm>
            <a:off x="416683" y="1816892"/>
            <a:ext cx="5027337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набор_красный_BOGOF VB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набор_красный_BOGOF VB_1КГ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5"/>
          <p:cNvSpPr/>
          <p:nvPr/>
        </p:nvSpPr>
        <p:spPr>
          <a:xfrm>
            <a:off x="469722" y="6051790"/>
            <a:ext cx="32250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набор_красный_BOGOF VB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5"/>
          <p:cNvSpPr/>
          <p:nvPr/>
        </p:nvSpPr>
        <p:spPr>
          <a:xfrm>
            <a:off x="4321742" y="6051790"/>
            <a:ext cx="32403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набор_красный_BOGOF VB_1КГ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4" name="Google Shape;113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1742" y="2720119"/>
            <a:ext cx="3240306" cy="324030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5" name="Google Shape;113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22" y="2720120"/>
            <a:ext cx="3240305" cy="32403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1" name="Google Shape;1141;p56"/>
          <p:cNvGraphicFramePr/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1141" name="Google Shape;1141;p5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2" name="Google Shape;1142;p56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43" name="Google Shape;1143;p56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ГМ_6*12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4" name="Google Shape;1144;p56"/>
          <p:cNvSpPr/>
          <p:nvPr/>
        </p:nvSpPr>
        <p:spPr>
          <a:xfrm>
            <a:off x="416683" y="1538412"/>
            <a:ext cx="5037819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ГМ_6х12_BOGOF - 1кг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ГМ_6х12_BOGOF - 1шт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56"/>
          <p:cNvSpPr/>
          <p:nvPr/>
        </p:nvSpPr>
        <p:spPr>
          <a:xfrm>
            <a:off x="4470273" y="5969979"/>
            <a:ext cx="35147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ГМ_6х12_BOGOF - 1кг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С кнопкой / без кнопки*</a:t>
            </a:r>
            <a:endParaRPr b="0" i="1" sz="1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6" name="Google Shape;1146;p56"/>
          <p:cNvPicPr preferRelativeResize="0"/>
          <p:nvPr/>
        </p:nvPicPr>
        <p:blipFill rotWithShape="1">
          <a:blip r:embed="rId7">
            <a:alphaModFix/>
          </a:blip>
          <a:srcRect b="0" l="0" r="49823" t="0"/>
          <a:stretch/>
        </p:blipFill>
        <p:spPr>
          <a:xfrm>
            <a:off x="4402953" y="4163355"/>
            <a:ext cx="3682723" cy="1824978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56"/>
          <p:cNvSpPr/>
          <p:nvPr/>
        </p:nvSpPr>
        <p:spPr>
          <a:xfrm>
            <a:off x="485016" y="5969979"/>
            <a:ext cx="35147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ГМ_6х12_BOGOF - 1шт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8" name="Google Shape;1148;p56"/>
          <p:cNvGrpSpPr/>
          <p:nvPr/>
        </p:nvGrpSpPr>
        <p:grpSpPr>
          <a:xfrm>
            <a:off x="4402954" y="2286008"/>
            <a:ext cx="3682723" cy="1824978"/>
            <a:chOff x="6800755" y="4706495"/>
            <a:chExt cx="4565449" cy="2254261"/>
          </a:xfrm>
        </p:grpSpPr>
        <p:pic>
          <p:nvPicPr>
            <p:cNvPr id="1149" name="Google Shape;1149;p56"/>
            <p:cNvPicPr preferRelativeResize="0"/>
            <p:nvPr/>
          </p:nvPicPr>
          <p:blipFill rotWithShape="1">
            <a:blip r:embed="rId7">
              <a:alphaModFix/>
            </a:blip>
            <a:srcRect b="0" l="0" r="49642" t="0"/>
            <a:stretch/>
          </p:blipFill>
          <p:spPr>
            <a:xfrm>
              <a:off x="6800755" y="4706495"/>
              <a:ext cx="4565449" cy="22542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0" name="Google Shape;1150;p5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46463" y="5282532"/>
              <a:ext cx="608537" cy="5360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1" name="Google Shape;1151;p56"/>
          <p:cNvPicPr preferRelativeResize="0"/>
          <p:nvPr/>
        </p:nvPicPr>
        <p:blipFill rotWithShape="1">
          <a:blip r:embed="rId7">
            <a:alphaModFix/>
          </a:blip>
          <a:srcRect b="0" l="49982" r="0" t="0"/>
          <a:stretch/>
        </p:blipFill>
        <p:spPr>
          <a:xfrm>
            <a:off x="485016" y="4163355"/>
            <a:ext cx="3696101" cy="18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56"/>
          <p:cNvSpPr/>
          <p:nvPr/>
        </p:nvSpPr>
        <p:spPr>
          <a:xfrm>
            <a:off x="558793" y="2154770"/>
            <a:ext cx="35485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* Для весовых ценников кнопка на весах печатается автоматически, при ее наличии </a:t>
            </a:r>
            <a:endParaRPr b="0" i="1" sz="1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8" name="Google Shape;1158;p57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59" name="Google Shape;1159;p57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ГМ_А5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0" name="Google Shape;1160;p57"/>
          <p:cNvSpPr/>
          <p:nvPr/>
        </p:nvSpPr>
        <p:spPr>
          <a:xfrm>
            <a:off x="416683" y="5812174"/>
            <a:ext cx="28025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ГМ_А5_BOGOF - 1 шт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57"/>
          <p:cNvSpPr/>
          <p:nvPr/>
        </p:nvSpPr>
        <p:spPr>
          <a:xfrm>
            <a:off x="7521030" y="4318563"/>
            <a:ext cx="28025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ХХХ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2" name="Google Shape;1162;p57"/>
          <p:cNvPicPr preferRelativeResize="0"/>
          <p:nvPr/>
        </p:nvPicPr>
        <p:blipFill rotWithShape="1">
          <a:blip r:embed="rId3">
            <a:alphaModFix/>
          </a:blip>
          <a:srcRect b="0" l="0" r="50527" t="1322"/>
          <a:stretch/>
        </p:blipFill>
        <p:spPr>
          <a:xfrm>
            <a:off x="485016" y="3188841"/>
            <a:ext cx="3653918" cy="264683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3" name="Google Shape;1163;p57"/>
          <p:cNvSpPr/>
          <p:nvPr/>
        </p:nvSpPr>
        <p:spPr>
          <a:xfrm>
            <a:off x="485016" y="1743561"/>
            <a:ext cx="6096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ГМ_А5_BOGOF - 1 шт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ГМ_А5_BOGOF - 1кг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4" name="Google Shape;1164;p57"/>
          <p:cNvPicPr preferRelativeResize="0"/>
          <p:nvPr/>
        </p:nvPicPr>
        <p:blipFill rotWithShape="1">
          <a:blip r:embed="rId3">
            <a:alphaModFix/>
          </a:blip>
          <a:srcRect b="0" l="49622" r="0" t="1322"/>
          <a:stretch/>
        </p:blipFill>
        <p:spPr>
          <a:xfrm>
            <a:off x="4408369" y="3188841"/>
            <a:ext cx="3720735" cy="264683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5" name="Google Shape;1165;p57"/>
          <p:cNvSpPr/>
          <p:nvPr/>
        </p:nvSpPr>
        <p:spPr>
          <a:xfrm>
            <a:off x="4408369" y="5822429"/>
            <a:ext cx="351473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ГМ_А5_BOGOF - 1кг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С кнопкой / без кнопки*</a:t>
            </a:r>
            <a:endParaRPr b="0" i="1" sz="1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6" name="Google Shape;1166;p57"/>
          <p:cNvSpPr/>
          <p:nvPr/>
        </p:nvSpPr>
        <p:spPr>
          <a:xfrm>
            <a:off x="560547" y="2277848"/>
            <a:ext cx="35485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* Для весовых ценников кнопка на весах печатается автоматически, при ее наличии </a:t>
            </a:r>
            <a:endParaRPr b="0" i="1" sz="1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1" name="Google Shape;1171;p58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72" name="Google Shape;1172;p58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3" name="Google Shape;1173;p58"/>
          <p:cNvSpPr/>
          <p:nvPr/>
        </p:nvSpPr>
        <p:spPr>
          <a:xfrm>
            <a:off x="416683" y="1658451"/>
            <a:ext cx="5993742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БОГОФ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БОГОФ 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БОГОФ вертикальный за 1 кг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4" name="Google Shape;1174;p58"/>
          <p:cNvSpPr/>
          <p:nvPr/>
        </p:nvSpPr>
        <p:spPr>
          <a:xfrm>
            <a:off x="416683" y="5995027"/>
            <a:ext cx="22183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БОГОФ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5" name="Google Shape;117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968896"/>
            <a:ext cx="2150003" cy="302613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6" name="Google Shape;1176;p58"/>
          <p:cNvSpPr/>
          <p:nvPr/>
        </p:nvSpPr>
        <p:spPr>
          <a:xfrm>
            <a:off x="2901617" y="5995027"/>
            <a:ext cx="24567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БОГОФ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58"/>
          <p:cNvSpPr/>
          <p:nvPr/>
        </p:nvSpPr>
        <p:spPr>
          <a:xfrm>
            <a:off x="5358363" y="5995027"/>
            <a:ext cx="19706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А4 БОГОФ 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8" name="Google Shape;1178;p58"/>
          <p:cNvPicPr preferRelativeResize="0"/>
          <p:nvPr/>
        </p:nvPicPr>
        <p:blipFill rotWithShape="1">
          <a:blip r:embed="rId4">
            <a:alphaModFix/>
          </a:blip>
          <a:srcRect b="0" l="0" r="51204" t="0"/>
          <a:stretch/>
        </p:blipFill>
        <p:spPr>
          <a:xfrm>
            <a:off x="2987718" y="2966501"/>
            <a:ext cx="2017946" cy="302852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9" name="Google Shape;1179;p58"/>
          <p:cNvPicPr preferRelativeResize="0"/>
          <p:nvPr/>
        </p:nvPicPr>
        <p:blipFill rotWithShape="1">
          <a:blip r:embed="rId4">
            <a:alphaModFix/>
          </a:blip>
          <a:srcRect b="0" l="49067" r="0" t="0"/>
          <a:stretch/>
        </p:blipFill>
        <p:spPr>
          <a:xfrm>
            <a:off x="5358363" y="2966501"/>
            <a:ext cx="2106329" cy="302852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4" name="Google Shape;1184;p59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85" name="Google Shape;1185;p59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6" name="Google Shape;1186;p59"/>
          <p:cNvSpPr/>
          <p:nvPr/>
        </p:nvSpPr>
        <p:spPr>
          <a:xfrm>
            <a:off x="416683" y="1574326"/>
            <a:ext cx="4681090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БОГОФ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БОГОФ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А4 БОГОФ горизонтальный за 1 кг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7" name="Google Shape;1187;p59"/>
          <p:cNvSpPr/>
          <p:nvPr/>
        </p:nvSpPr>
        <p:spPr>
          <a:xfrm>
            <a:off x="470651" y="6023245"/>
            <a:ext cx="3273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БОГОФ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8" name="Google Shape;1188;p59"/>
          <p:cNvPicPr preferRelativeResize="0"/>
          <p:nvPr/>
        </p:nvPicPr>
        <p:blipFill rotWithShape="1">
          <a:blip r:embed="rId3">
            <a:alphaModFix/>
          </a:blip>
          <a:srcRect b="52482" l="50286" r="0" t="772"/>
          <a:stretch/>
        </p:blipFill>
        <p:spPr>
          <a:xfrm>
            <a:off x="467551" y="3420172"/>
            <a:ext cx="3671368" cy="260307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9" name="Google Shape;1189;p59"/>
          <p:cNvPicPr preferRelativeResize="0"/>
          <p:nvPr/>
        </p:nvPicPr>
        <p:blipFill rotWithShape="1">
          <a:blip r:embed="rId3">
            <a:alphaModFix/>
          </a:blip>
          <a:srcRect b="5727" l="0" r="50132" t="47840"/>
          <a:stretch/>
        </p:blipFill>
        <p:spPr>
          <a:xfrm>
            <a:off x="4315101" y="3420172"/>
            <a:ext cx="3682769" cy="258562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0" name="Google Shape;1190;p59"/>
          <p:cNvPicPr preferRelativeResize="0"/>
          <p:nvPr/>
        </p:nvPicPr>
        <p:blipFill rotWithShape="1">
          <a:blip r:embed="rId3">
            <a:alphaModFix/>
          </a:blip>
          <a:srcRect b="52643" l="0" r="50132" t="772"/>
          <a:stretch/>
        </p:blipFill>
        <p:spPr>
          <a:xfrm>
            <a:off x="8159551" y="3411689"/>
            <a:ext cx="3682771" cy="259411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1" name="Google Shape;1191;p59"/>
          <p:cNvSpPr/>
          <p:nvPr/>
        </p:nvSpPr>
        <p:spPr>
          <a:xfrm>
            <a:off x="4315101" y="6023245"/>
            <a:ext cx="3273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БОГОФ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9"/>
          <p:cNvSpPr/>
          <p:nvPr/>
        </p:nvSpPr>
        <p:spPr>
          <a:xfrm>
            <a:off x="8159551" y="6005799"/>
            <a:ext cx="40026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А4 БОГОФ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7" name="Google Shape;1197;p60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198" name="Google Shape;1198;p60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ГМ_А4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9" name="Google Shape;1199;p60"/>
          <p:cNvSpPr/>
          <p:nvPr/>
        </p:nvSpPr>
        <p:spPr>
          <a:xfrm>
            <a:off x="416683" y="1653828"/>
            <a:ext cx="4204997" cy="323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ZB21_ГМ_А4_АПЦ_горизонт БОГОФ 1 шт 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0" name="Google Shape;1200;p60"/>
          <p:cNvSpPr/>
          <p:nvPr/>
        </p:nvSpPr>
        <p:spPr>
          <a:xfrm>
            <a:off x="485017" y="4960008"/>
            <a:ext cx="33143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ZB21_ГМ_А4_АПЦ_горизонт БОГОФ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1" name="Google Shape;120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517015"/>
            <a:ext cx="3314329" cy="234375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6" name="Google Shape;1206;p61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207" name="Google Shape;1207;p61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8" name="Google Shape;1208;p61"/>
          <p:cNvSpPr/>
          <p:nvPr/>
        </p:nvSpPr>
        <p:spPr>
          <a:xfrm>
            <a:off x="416683" y="1618661"/>
            <a:ext cx="5993742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БОГОФ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БОГОФ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БОГОФ вертикальный за 1 шт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9" name="Google Shape;1209;p61"/>
          <p:cNvSpPr/>
          <p:nvPr/>
        </p:nvSpPr>
        <p:spPr>
          <a:xfrm>
            <a:off x="416683" y="5995027"/>
            <a:ext cx="22183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БОГОФ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0" name="Google Shape;121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968896"/>
            <a:ext cx="2150003" cy="302613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1" name="Google Shape;1211;p61"/>
          <p:cNvSpPr/>
          <p:nvPr/>
        </p:nvSpPr>
        <p:spPr>
          <a:xfrm>
            <a:off x="2901617" y="5995027"/>
            <a:ext cx="24567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БОГОФ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61"/>
          <p:cNvSpPr/>
          <p:nvPr/>
        </p:nvSpPr>
        <p:spPr>
          <a:xfrm>
            <a:off x="5358363" y="5995027"/>
            <a:ext cx="19706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А3 БОГОФ 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3" name="Google Shape;1213;p61"/>
          <p:cNvPicPr preferRelativeResize="0"/>
          <p:nvPr/>
        </p:nvPicPr>
        <p:blipFill rotWithShape="1">
          <a:blip r:embed="rId4">
            <a:alphaModFix/>
          </a:blip>
          <a:srcRect b="0" l="0" r="51204" t="0"/>
          <a:stretch/>
        </p:blipFill>
        <p:spPr>
          <a:xfrm>
            <a:off x="2987718" y="2966501"/>
            <a:ext cx="2017946" cy="302852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4" name="Google Shape;1214;p61"/>
          <p:cNvPicPr preferRelativeResize="0"/>
          <p:nvPr/>
        </p:nvPicPr>
        <p:blipFill rotWithShape="1">
          <a:blip r:embed="rId4">
            <a:alphaModFix/>
          </a:blip>
          <a:srcRect b="0" l="49067" r="0" t="0"/>
          <a:stretch/>
        </p:blipFill>
        <p:spPr>
          <a:xfrm>
            <a:off x="5358363" y="2966501"/>
            <a:ext cx="2106329" cy="302852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9" name="Google Shape;1219;p62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220" name="Google Shape;1220;p62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ГМ_А3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1" name="Google Shape;1221;p62"/>
          <p:cNvSpPr/>
          <p:nvPr/>
        </p:nvSpPr>
        <p:spPr>
          <a:xfrm>
            <a:off x="416683" y="1574326"/>
            <a:ext cx="4681090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БОГОФ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БОГОФ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А3 БОГОФ горизонтальный за 1 кг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2" name="Google Shape;1222;p62"/>
          <p:cNvSpPr/>
          <p:nvPr/>
        </p:nvSpPr>
        <p:spPr>
          <a:xfrm>
            <a:off x="470651" y="6023245"/>
            <a:ext cx="3273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БОГОФ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3" name="Google Shape;1223;p62"/>
          <p:cNvPicPr preferRelativeResize="0"/>
          <p:nvPr/>
        </p:nvPicPr>
        <p:blipFill rotWithShape="1">
          <a:blip r:embed="rId3">
            <a:alphaModFix/>
          </a:blip>
          <a:srcRect b="52482" l="50286" r="0" t="772"/>
          <a:stretch/>
        </p:blipFill>
        <p:spPr>
          <a:xfrm>
            <a:off x="467551" y="3420172"/>
            <a:ext cx="3671368" cy="260307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4" name="Google Shape;1224;p62"/>
          <p:cNvPicPr preferRelativeResize="0"/>
          <p:nvPr/>
        </p:nvPicPr>
        <p:blipFill rotWithShape="1">
          <a:blip r:embed="rId3">
            <a:alphaModFix/>
          </a:blip>
          <a:srcRect b="5727" l="0" r="50132" t="47840"/>
          <a:stretch/>
        </p:blipFill>
        <p:spPr>
          <a:xfrm>
            <a:off x="4315101" y="3420172"/>
            <a:ext cx="3682769" cy="258562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5" name="Google Shape;1225;p62"/>
          <p:cNvPicPr preferRelativeResize="0"/>
          <p:nvPr/>
        </p:nvPicPr>
        <p:blipFill rotWithShape="1">
          <a:blip r:embed="rId3">
            <a:alphaModFix/>
          </a:blip>
          <a:srcRect b="52643" l="0" r="50132" t="772"/>
          <a:stretch/>
        </p:blipFill>
        <p:spPr>
          <a:xfrm>
            <a:off x="8159551" y="3411689"/>
            <a:ext cx="3682771" cy="259411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6" name="Google Shape;1226;p62"/>
          <p:cNvSpPr/>
          <p:nvPr/>
        </p:nvSpPr>
        <p:spPr>
          <a:xfrm>
            <a:off x="4315101" y="6023245"/>
            <a:ext cx="3273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БОГОФ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62"/>
          <p:cNvSpPr/>
          <p:nvPr/>
        </p:nvSpPr>
        <p:spPr>
          <a:xfrm>
            <a:off x="8159551" y="6005799"/>
            <a:ext cx="40026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А3 БОГОФ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2" name="Google Shape;1232;p63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233" name="Google Shape;1233;p63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вертикаль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4" name="Google Shape;1234;p63"/>
          <p:cNvSpPr/>
          <p:nvPr/>
        </p:nvSpPr>
        <p:spPr>
          <a:xfrm>
            <a:off x="416683" y="1618661"/>
            <a:ext cx="5993742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БОГОФ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БОГОФ вертикальный за 1 кг -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БОГОФ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3"/>
          <p:cNvSpPr/>
          <p:nvPr/>
        </p:nvSpPr>
        <p:spPr>
          <a:xfrm>
            <a:off x="416683" y="5995027"/>
            <a:ext cx="22183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БОГОФ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6" name="Google Shape;123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968896"/>
            <a:ext cx="2150003" cy="3026131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7" name="Google Shape;1237;p63"/>
          <p:cNvSpPr/>
          <p:nvPr/>
        </p:nvSpPr>
        <p:spPr>
          <a:xfrm>
            <a:off x="2901617" y="5995027"/>
            <a:ext cx="24567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БОГОФ вертикальный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3"/>
          <p:cNvSpPr/>
          <p:nvPr/>
        </p:nvSpPr>
        <p:spPr>
          <a:xfrm>
            <a:off x="5358363" y="5995027"/>
            <a:ext cx="19706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ГМ А2 БОГОФ 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9" name="Google Shape;1239;p63"/>
          <p:cNvPicPr preferRelativeResize="0"/>
          <p:nvPr/>
        </p:nvPicPr>
        <p:blipFill rotWithShape="1">
          <a:blip r:embed="rId4">
            <a:alphaModFix/>
          </a:blip>
          <a:srcRect b="0" l="0" r="51204" t="0"/>
          <a:stretch/>
        </p:blipFill>
        <p:spPr>
          <a:xfrm>
            <a:off x="2987718" y="2966501"/>
            <a:ext cx="2017946" cy="302852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0" name="Google Shape;1240;p63"/>
          <p:cNvPicPr preferRelativeResize="0"/>
          <p:nvPr/>
        </p:nvPicPr>
        <p:blipFill rotWithShape="1">
          <a:blip r:embed="rId4">
            <a:alphaModFix/>
          </a:blip>
          <a:srcRect b="0" l="49067" r="0" t="0"/>
          <a:stretch/>
        </p:blipFill>
        <p:spPr>
          <a:xfrm>
            <a:off x="5358363" y="2966501"/>
            <a:ext cx="2106329" cy="3028526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5" name="Google Shape;1245;p64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246" name="Google Shape;1246;p64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ГМ_А2 горизонт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7" name="Google Shape;1247;p64"/>
          <p:cNvSpPr/>
          <p:nvPr/>
        </p:nvSpPr>
        <p:spPr>
          <a:xfrm>
            <a:off x="416683" y="1574326"/>
            <a:ext cx="4610558" cy="784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БОГОФ вертикальный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БОГОФ вертикальный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ГМ А2 БОГОФ вертикальный за 1 кг - без кнопки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8" name="Google Shape;1248;p64"/>
          <p:cNvSpPr/>
          <p:nvPr/>
        </p:nvSpPr>
        <p:spPr>
          <a:xfrm>
            <a:off x="470651" y="6023245"/>
            <a:ext cx="3273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БОГОФ горизонтальный за 1 шт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9" name="Google Shape;1249;p64"/>
          <p:cNvPicPr preferRelativeResize="0"/>
          <p:nvPr/>
        </p:nvPicPr>
        <p:blipFill rotWithShape="1">
          <a:blip r:embed="rId3">
            <a:alphaModFix/>
          </a:blip>
          <a:srcRect b="52482" l="50286" r="0" t="772"/>
          <a:stretch/>
        </p:blipFill>
        <p:spPr>
          <a:xfrm>
            <a:off x="467551" y="3420172"/>
            <a:ext cx="3671368" cy="2603074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0" name="Google Shape;1250;p64"/>
          <p:cNvPicPr preferRelativeResize="0"/>
          <p:nvPr/>
        </p:nvPicPr>
        <p:blipFill rotWithShape="1">
          <a:blip r:embed="rId3">
            <a:alphaModFix/>
          </a:blip>
          <a:srcRect b="5727" l="0" r="50132" t="47840"/>
          <a:stretch/>
        </p:blipFill>
        <p:spPr>
          <a:xfrm>
            <a:off x="4315101" y="3420172"/>
            <a:ext cx="3682769" cy="2585627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1" name="Google Shape;1251;p64"/>
          <p:cNvPicPr preferRelativeResize="0"/>
          <p:nvPr/>
        </p:nvPicPr>
        <p:blipFill rotWithShape="1">
          <a:blip r:embed="rId3">
            <a:alphaModFix/>
          </a:blip>
          <a:srcRect b="52643" l="0" r="50132" t="772"/>
          <a:stretch/>
        </p:blipFill>
        <p:spPr>
          <a:xfrm>
            <a:off x="8159551" y="3411689"/>
            <a:ext cx="3682771" cy="259411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2" name="Google Shape;1252;p64"/>
          <p:cNvSpPr/>
          <p:nvPr/>
        </p:nvSpPr>
        <p:spPr>
          <a:xfrm>
            <a:off x="4315101" y="6023245"/>
            <a:ext cx="3273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БОГОФ горизонтальный за 1 кг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64"/>
          <p:cNvSpPr/>
          <p:nvPr/>
        </p:nvSpPr>
        <p:spPr>
          <a:xfrm>
            <a:off x="8159551" y="6005799"/>
            <a:ext cx="40026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ГМ А2 БОГОФ горизонтальный за 1 кг без кнопки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" name="Google Shape;1259;p65"/>
          <p:cNvGraphicFramePr/>
          <p:nvPr/>
        </p:nvGraphicFramePr>
        <p:xfrm>
          <a:off x="485016" y="8396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27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Скидка при покупке Х  (BOGOF)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20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260" name="Google Shape;1260;p65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ГМ_МНЦ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1" name="Google Shape;1261;p65"/>
          <p:cNvSpPr/>
          <p:nvPr/>
        </p:nvSpPr>
        <p:spPr>
          <a:xfrm>
            <a:off x="416674" y="1653825"/>
            <a:ext cx="206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A_МНЦ_богоф</a:t>
            </a:r>
            <a:endParaRPr b="1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2" name="Google Shape;1262;p65"/>
          <p:cNvSpPr/>
          <p:nvPr/>
        </p:nvSpPr>
        <p:spPr>
          <a:xfrm>
            <a:off x="416683" y="4131815"/>
            <a:ext cx="52723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A_МНЦ_богоф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3" name="Google Shape;126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016" y="2286009"/>
            <a:ext cx="5220356" cy="184580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8" name="Google Shape;126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575" y="2760802"/>
            <a:ext cx="2676670" cy="267667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9" name="Google Shape;126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986" y="2762451"/>
            <a:ext cx="2675022" cy="267502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270" name="Google Shape;1270;p66"/>
          <p:cNvGraphicFramePr/>
          <p:nvPr/>
        </p:nvGraphicFramePr>
        <p:xfrm>
          <a:off x="485016" y="8536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{2B610D69-86E0-4D04-94A7-E03A86E46795}</a:tableStyleId>
              </a:tblPr>
              <a:tblGrid>
                <a:gridCol w="2070725"/>
                <a:gridCol w="4140825"/>
              </a:tblGrid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Механика 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РПЦ/АПЦ – Вывод признака на ШФ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  <a:tr h="3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АП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1400" u="none" cap="none" strike="noStrike">
                          <a:solidFill>
                            <a:schemeClr val="lt1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Все гипермаркеты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0" marB="0" marR="68575" marL="68575">
                    <a:solidFill>
                      <a:srgbClr val="003399"/>
                    </a:solidFill>
                  </a:tcPr>
                </a:tc>
              </a:tr>
            </a:tbl>
          </a:graphicData>
        </a:graphic>
      </p:graphicFrame>
      <p:sp>
        <p:nvSpPr>
          <p:cNvPr id="1271" name="Google Shape;1271;p66"/>
          <p:cNvSpPr/>
          <p:nvPr/>
        </p:nvSpPr>
        <p:spPr>
          <a:xfrm>
            <a:off x="416683" y="193855"/>
            <a:ext cx="627990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i="0" sz="8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Poppins"/>
              <a:buNone/>
            </a:pPr>
            <a:r>
              <a:rPr b="1" i="0" lang="ru-RU" sz="2200" u="none" cap="none" strike="noStrike">
                <a:solidFill>
                  <a:srgbClr val="003399"/>
                </a:solidFill>
                <a:latin typeface="Poppins"/>
                <a:ea typeface="Poppins"/>
                <a:cs typeface="Poppins"/>
                <a:sym typeface="Poppins"/>
              </a:rPr>
              <a:t>ГМ_6*12 с Шелфтокером</a:t>
            </a:r>
            <a:endParaRPr b="1" i="0" sz="2200" u="none" cap="none" strike="noStrike">
              <a:solidFill>
                <a:srgbClr val="0033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2" name="Google Shape;1272;p66"/>
          <p:cNvSpPr/>
          <p:nvPr/>
        </p:nvSpPr>
        <p:spPr>
          <a:xfrm>
            <a:off x="416683" y="1816962"/>
            <a:ext cx="66960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акция - 1 кг(номер кнопки на шф)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i="0" lang="ru-RU" sz="15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A_Z_НОВ_НЦ_6х6 - регулярный ВЕС цена за 1 кг— (номер кнопки на шф)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66"/>
          <p:cNvSpPr/>
          <p:nvPr/>
        </p:nvSpPr>
        <p:spPr>
          <a:xfrm>
            <a:off x="509986" y="5483327"/>
            <a:ext cx="25700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акция - 1 кг(номер кнопки на шф)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66"/>
          <p:cNvSpPr/>
          <p:nvPr/>
        </p:nvSpPr>
        <p:spPr>
          <a:xfrm>
            <a:off x="6298857" y="5435824"/>
            <a:ext cx="21534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A_Z_НОВ_НЦ_6х6 - регулярный ВЕС цена за 1 кг— (номер кнопки на шф)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66"/>
          <p:cNvSpPr/>
          <p:nvPr/>
        </p:nvSpPr>
        <p:spPr>
          <a:xfrm>
            <a:off x="3185008" y="2760802"/>
            <a:ext cx="2675022" cy="26750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66"/>
          <p:cNvSpPr/>
          <p:nvPr/>
        </p:nvSpPr>
        <p:spPr>
          <a:xfrm>
            <a:off x="8978597" y="2760802"/>
            <a:ext cx="2675022" cy="26750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66"/>
          <p:cNvSpPr/>
          <p:nvPr/>
        </p:nvSpPr>
        <p:spPr>
          <a:xfrm>
            <a:off x="9078803" y="5483327"/>
            <a:ext cx="26750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РПЦ 6 на 6 правая часть - отказ от ШТ(СОФ)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66"/>
          <p:cNvSpPr/>
          <p:nvPr/>
        </p:nvSpPr>
        <p:spPr>
          <a:xfrm>
            <a:off x="3185008" y="5483329"/>
            <a:ext cx="26750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АПЦ 6 на 6 правая часть - отказ от ШТ(СОФ)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9" name="Google Shape;1279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4008" y="2825426"/>
            <a:ext cx="2612065" cy="254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0900" y="2825426"/>
            <a:ext cx="2612065" cy="254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66"/>
          <p:cNvSpPr/>
          <p:nvPr/>
        </p:nvSpPr>
        <p:spPr>
          <a:xfrm>
            <a:off x="1823148" y="6174936"/>
            <a:ext cx="14484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Красный ценник</a:t>
            </a:r>
            <a:endParaRPr b="0" i="1" sz="12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66"/>
          <p:cNvSpPr/>
          <p:nvPr/>
        </p:nvSpPr>
        <p:spPr>
          <a:xfrm>
            <a:off x="8106840" y="6175774"/>
            <a:ext cx="14484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-RU" sz="12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Желтый ценник</a:t>
            </a:r>
            <a:endParaRPr b="0" i="1" sz="12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2025-12-30T11:35:40Z</dcterms:created>
  <dc:creator>Кудрявцева Светлана</dc:creator>
</cp:coreProperties>
</file>